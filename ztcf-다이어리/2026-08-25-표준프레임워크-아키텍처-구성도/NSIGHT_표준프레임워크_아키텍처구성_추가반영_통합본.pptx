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 Cloud Framework 표준 아키텍처 구성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" y="603504"/>
            <a:ext cx="841248" cy="4114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603504"/>
            <a:ext cx="457200" cy="411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603504"/>
            <a:ext cx="10652760" cy="41148"/>
          </a:xfrm>
          <a:prstGeom prst="rect">
            <a:avLst/>
          </a:prstGeom>
          <a:solidFill>
            <a:srgbClr val="00853E"/>
          </a:solidFill>
          <a:ln w="12700">
            <a:solidFill>
              <a:srgbClr val="00853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1247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정보계 차세대 어플리케이션 프레임워크의 아키텍처 구성도이다.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225296"/>
            <a:ext cx="8183880" cy="3794760"/>
          </a:xfrm>
          <a:prstGeom prst="rect">
            <a:avLst/>
          </a:prstGeom>
          <a:solidFill>
            <a:srgbClr val="F4FBF8"/>
          </a:solidFill>
          <a:ln w="10160">
            <a:solidFill>
              <a:srgbClr val="7C8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298448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 Cloud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243584"/>
            <a:ext cx="941832" cy="3730752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43584"/>
            <a:ext cx="941832" cy="228600"/>
          </a:xfrm>
          <a:prstGeom prst="rect">
            <a:avLst/>
          </a:prstGeom>
          <a:solidFill>
            <a:srgbClr val="00853E"/>
          </a:solidFill>
          <a:ln w="8890">
            <a:solidFill>
              <a:srgbClr val="008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252728"/>
            <a:ext cx="9235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1965960"/>
            <a:ext cx="285293" cy="1783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1975104"/>
            <a:ext cx="267005" cy="1600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&lt;/&gt;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855878" y="2144268"/>
            <a:ext cx="0" cy="64191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" y="2208459"/>
            <a:ext cx="118872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04288"/>
            <a:ext cx="6217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범용 단말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13232" y="2816352"/>
            <a:ext cx="285293" cy="1783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825496"/>
            <a:ext cx="267005" cy="1600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&lt;/&gt;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855878" y="2994660"/>
            <a:ext cx="0" cy="64191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" y="3058851"/>
            <a:ext cx="118872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54680"/>
            <a:ext cx="6217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전용 단말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5488" y="3840480"/>
            <a:ext cx="6400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49624"/>
            <a:ext cx="62179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98448" y="2194560"/>
            <a:ext cx="66751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435608" y="2084832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65960" y="3950208"/>
            <a:ext cx="-66751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17320" y="3831336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response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121408" y="1572768"/>
            <a:ext cx="123444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21408" y="1572768"/>
            <a:ext cx="1234440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0552" y="1581912"/>
            <a:ext cx="12161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76272" y="1645920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1847088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704" y="1856232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Nhins (화면)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194560" y="2084832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03704" y="2093976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NhFile (파일)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194560" y="2322576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03704" y="2331720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NhRD (레포트)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194560" y="2560320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3704" y="2569464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NhInbound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194560" y="2798064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2807208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NhSSO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2194560" y="3035808"/>
            <a:ext cx="1042416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03704" y="3044952"/>
            <a:ext cx="10241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 (Default)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703320" y="1572768"/>
            <a:ext cx="123444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1572768"/>
            <a:ext cx="1234440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12464" y="1581912"/>
            <a:ext cx="12161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FWK LIB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94760" y="1645920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FWK LIB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22192" y="1847088"/>
            <a:ext cx="98755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31336" y="1856232"/>
            <a:ext cx="9692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선 처리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3822192" y="2130552"/>
            <a:ext cx="98755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31336" y="2139696"/>
            <a:ext cx="9692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후 처리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5358384" y="1572768"/>
            <a:ext cx="123444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58384" y="1572768"/>
            <a:ext cx="1234440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67528" y="1581912"/>
            <a:ext cx="12161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AOP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78424" y="1645920"/>
            <a:ext cx="594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AOP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68112" y="1847088"/>
            <a:ext cx="98755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7256" y="1856232"/>
            <a:ext cx="9692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선 처리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468112" y="2130552"/>
            <a:ext cx="98755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77256" y="2139696"/>
            <a:ext cx="9692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후 처리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7022592" y="1572768"/>
            <a:ext cx="1243584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2592" y="1572768"/>
            <a:ext cx="1243584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1736" y="1581912"/>
            <a:ext cx="1225296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69480" y="1645920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114032" y="1847088"/>
            <a:ext cx="10058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23176" y="1856232"/>
            <a:ext cx="9875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 (Biz)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022592" y="2487168"/>
            <a:ext cx="1243584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22592" y="2487168"/>
            <a:ext cx="1243584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31736" y="2496312"/>
            <a:ext cx="1225296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DTO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388352" y="2551176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DTO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114032" y="2770632"/>
            <a:ext cx="100584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23176" y="2779776"/>
            <a:ext cx="9875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getter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7114032" y="3026664"/>
            <a:ext cx="100584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23176" y="3035808"/>
            <a:ext cx="9875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setter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8723376" y="1572768"/>
            <a:ext cx="1207008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23376" y="1572768"/>
            <a:ext cx="1207008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1581912"/>
            <a:ext cx="1188720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079992" y="1645920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796528" y="1847088"/>
            <a:ext cx="10058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05672" y="1856232"/>
            <a:ext cx="9875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변환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8796528" y="2130552"/>
            <a:ext cx="10058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05672" y="2139696"/>
            <a:ext cx="987552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Mapper Call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8723376" y="2487168"/>
            <a:ext cx="1207008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23376" y="2487168"/>
            <a:ext cx="1207008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732520" y="2496312"/>
            <a:ext cx="1188720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O-R Mapper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897112" y="2551176"/>
            <a:ext cx="868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O-R Mapper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796528" y="2770632"/>
            <a:ext cx="100584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05672" y="2779776"/>
            <a:ext cx="9875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Query Mapping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8796528" y="3026664"/>
            <a:ext cx="100584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805672" y="3035808"/>
            <a:ext cx="9875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Query Execute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3355848" y="2304288"/>
            <a:ext cx="347472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37760" y="2304288"/>
            <a:ext cx="420624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92824" y="2304288"/>
            <a:ext cx="429768" cy="-329184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66176" y="1975104"/>
            <a:ext cx="45720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44384" y="2322576"/>
            <a:ext cx="0" cy="164592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66176" y="2898648"/>
            <a:ext cx="457200" cy="-292608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21408" y="3429000"/>
            <a:ext cx="3730752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21408" y="3429000"/>
            <a:ext cx="3730752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30552" y="3438144"/>
            <a:ext cx="37124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3657600" y="3493008"/>
            <a:ext cx="640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212848" y="3730752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21992" y="3739896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application.yml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3429000" y="3730752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438144" y="3739896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manifest.yml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4645152" y="3730752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54296" y="3739896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gradle build</a:t>
            </a:r>
            <a:endParaRPr lang="en-US" sz="680" dirty="0"/>
          </a:p>
        </p:txBody>
      </p:sp>
      <p:sp>
        <p:nvSpPr>
          <p:cNvPr id="106" name="Shape 104"/>
          <p:cNvSpPr/>
          <p:nvPr/>
        </p:nvSpPr>
        <p:spPr>
          <a:xfrm>
            <a:off x="2212848" y="3986784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221992" y="3995928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log4j2.xml</a:t>
            </a:r>
            <a:endParaRPr lang="en-US" sz="680" dirty="0"/>
          </a:p>
        </p:txBody>
      </p:sp>
      <p:sp>
        <p:nvSpPr>
          <p:cNvPr id="108" name="Shape 106"/>
          <p:cNvSpPr/>
          <p:nvPr/>
        </p:nvSpPr>
        <p:spPr>
          <a:xfrm>
            <a:off x="3429000" y="3986784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438144" y="3995928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업무config.yml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4645152" y="3986784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54296" y="3995928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배포.sh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2212848" y="4242816"/>
            <a:ext cx="1115568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21992" y="4251960"/>
            <a:ext cx="109728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메시지yml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2121408" y="4590288"/>
            <a:ext cx="3730752" cy="210312"/>
          </a:xfrm>
          <a:prstGeom prst="rect">
            <a:avLst/>
          </a:prstGeom>
          <a:solidFill>
            <a:srgbClr val="4A4A4A"/>
          </a:solidFill>
          <a:ln w="8890">
            <a:solidFill>
              <a:srgbClr val="4A4A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130552" y="4599432"/>
            <a:ext cx="371246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동적 Config Handler</a:t>
            </a:r>
            <a:endParaRPr lang="en-US" sz="920" dirty="0"/>
          </a:p>
        </p:txBody>
      </p:sp>
      <p:sp>
        <p:nvSpPr>
          <p:cNvPr id="116" name="Shape 114"/>
          <p:cNvSpPr/>
          <p:nvPr/>
        </p:nvSpPr>
        <p:spPr>
          <a:xfrm>
            <a:off x="6016752" y="3429000"/>
            <a:ext cx="3877056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016752" y="3429000"/>
            <a:ext cx="3877056" cy="21031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025896" y="3438144"/>
            <a:ext cx="3858768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Library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589520" y="3493008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Library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6144768" y="3730752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53912" y="3739896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 공통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7388352" y="3730752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397496" y="3739896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MIDAS</a:t>
            </a:r>
            <a:endParaRPr lang="en-US" sz="680" dirty="0"/>
          </a:p>
        </p:txBody>
      </p:sp>
      <p:sp>
        <p:nvSpPr>
          <p:cNvPr id="124" name="Shape 122"/>
          <p:cNvSpPr/>
          <p:nvPr/>
        </p:nvSpPr>
        <p:spPr>
          <a:xfrm>
            <a:off x="6144768" y="3995928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66666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07608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071616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5624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99632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63640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327648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91656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55664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19672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83680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47688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11696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75704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839712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903720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967728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31736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95744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159752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23760" y="4197096"/>
            <a:ext cx="201168" cy="-201168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88352" y="3995928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397496" y="4005072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Boot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8631936" y="3995928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641080" y="4005072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File Handle</a:t>
            </a:r>
            <a:endParaRPr lang="en-US" sz="680" dirty="0"/>
          </a:p>
        </p:txBody>
      </p:sp>
      <p:sp>
        <p:nvSpPr>
          <p:cNvPr id="150" name="Shape 148"/>
          <p:cNvSpPr/>
          <p:nvPr/>
        </p:nvSpPr>
        <p:spPr>
          <a:xfrm>
            <a:off x="6144768" y="4261104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153912" y="4270248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Log4j2</a:t>
            </a:r>
            <a:endParaRPr lang="en-US" sz="680" dirty="0"/>
          </a:p>
        </p:txBody>
      </p:sp>
      <p:sp>
        <p:nvSpPr>
          <p:cNvPr id="152" name="Shape 150"/>
          <p:cNvSpPr/>
          <p:nvPr/>
        </p:nvSpPr>
        <p:spPr>
          <a:xfrm>
            <a:off x="7388352" y="4261104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397496" y="4270248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Utility</a:t>
            </a:r>
            <a:endParaRPr lang="en-US" sz="680" dirty="0"/>
          </a:p>
        </p:txBody>
      </p:sp>
      <p:sp>
        <p:nvSpPr>
          <p:cNvPr id="154" name="Shape 152"/>
          <p:cNvSpPr/>
          <p:nvPr/>
        </p:nvSpPr>
        <p:spPr>
          <a:xfrm>
            <a:off x="8631936" y="4261104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641080" y="4270248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SSO</a:t>
            </a:r>
            <a:endParaRPr lang="en-US" sz="680" dirty="0"/>
          </a:p>
        </p:txBody>
      </p:sp>
      <p:sp>
        <p:nvSpPr>
          <p:cNvPr id="156" name="Shape 154"/>
          <p:cNvSpPr/>
          <p:nvPr/>
        </p:nvSpPr>
        <p:spPr>
          <a:xfrm>
            <a:off x="6144768" y="4526280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153912" y="4535424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모니터링</a:t>
            </a:r>
            <a:endParaRPr lang="en-US" sz="680" dirty="0"/>
          </a:p>
        </p:txBody>
      </p:sp>
      <p:sp>
        <p:nvSpPr>
          <p:cNvPr id="158" name="Shape 156"/>
          <p:cNvSpPr/>
          <p:nvPr/>
        </p:nvSpPr>
        <p:spPr>
          <a:xfrm>
            <a:off x="7388352" y="4526280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397496" y="4535424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암호화</a:t>
            </a:r>
            <a:endParaRPr lang="en-US" sz="680" dirty="0"/>
          </a:p>
        </p:txBody>
      </p:sp>
      <p:sp>
        <p:nvSpPr>
          <p:cNvPr id="160" name="Shape 158"/>
          <p:cNvSpPr/>
          <p:nvPr/>
        </p:nvSpPr>
        <p:spPr>
          <a:xfrm>
            <a:off x="8631936" y="4526280"/>
            <a:ext cx="11430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641080" y="4535424"/>
            <a:ext cx="11247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coverage</a:t>
            </a:r>
            <a:endParaRPr lang="en-US" sz="680" dirty="0"/>
          </a:p>
        </p:txBody>
      </p:sp>
      <p:sp>
        <p:nvSpPr>
          <p:cNvPr id="162" name="Shape 160"/>
          <p:cNvSpPr/>
          <p:nvPr/>
        </p:nvSpPr>
        <p:spPr>
          <a:xfrm>
            <a:off x="10698480" y="868680"/>
            <a:ext cx="10789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66666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88168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552176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16184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80192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744200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808208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872216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936224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000232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064240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128248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192256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56264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320272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384280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448288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512296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576304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640312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704320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768328" y="1078992"/>
            <a:ext cx="210312" cy="-210312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698480" y="1225296"/>
            <a:ext cx="1078992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698480" y="1225296"/>
            <a:ext cx="1078992" cy="228600"/>
          </a:xfrm>
          <a:prstGeom prst="rect">
            <a:avLst/>
          </a:prstGeom>
          <a:solidFill>
            <a:srgbClr val="00853E"/>
          </a:solidFill>
          <a:ln w="8890">
            <a:solidFill>
              <a:srgbClr val="00853E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0707624" y="1234440"/>
            <a:ext cx="10607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11091672" y="1572768"/>
            <a:ext cx="292608" cy="228600"/>
          </a:xfrm>
          <a:prstGeom prst="can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98480" y="2157984"/>
            <a:ext cx="107899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0707624" y="2167128"/>
            <a:ext cx="106070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FOS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10698480" y="2788920"/>
            <a:ext cx="107899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0707624" y="2798064"/>
            <a:ext cx="106070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G/W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(Cruz APIM)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10698480" y="3456432"/>
            <a:ext cx="107899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66666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241280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305288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369296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433304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497312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561320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625328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689336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753344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17352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881360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945368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1009376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1073384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137392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201400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265408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1329416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393424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457432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1521440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585448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649456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713464" y="3913632"/>
            <a:ext cx="457200" cy="-457200"/>
          </a:xfrm>
          <a:prstGeom prst="line">
            <a:avLst/>
          </a:prstGeom>
          <a:noFill/>
          <a:ln w="3810">
            <a:solidFill>
              <a:srgbClr val="00000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0771632" y="3493008"/>
            <a:ext cx="93268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Registry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10698480" y="4187952"/>
            <a:ext cx="1078992" cy="1371600"/>
          </a:xfrm>
          <a:prstGeom prst="rect">
            <a:avLst/>
          </a:prstGeom>
          <a:solidFill>
            <a:srgbClr val="F4FBF8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10707624" y="4197096"/>
            <a:ext cx="1060704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CI/CD</a:t>
            </a:r>
            <a:endParaRPr lang="en-US" sz="1000" dirty="0"/>
          </a:p>
        </p:txBody>
      </p:sp>
      <p:sp>
        <p:nvSpPr>
          <p:cNvPr id="220" name="Shape 218"/>
          <p:cNvSpPr/>
          <p:nvPr/>
        </p:nvSpPr>
        <p:spPr>
          <a:xfrm>
            <a:off x="10817352" y="4572000"/>
            <a:ext cx="859536" cy="219456"/>
          </a:xfrm>
          <a:prstGeom prst="rect">
            <a:avLst/>
          </a:prstGeom>
          <a:solidFill>
            <a:srgbClr val="F4FBF8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10826496" y="4581144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GitLabRunner</a:t>
            </a:r>
            <a:endParaRPr lang="en-US" sz="670" dirty="0"/>
          </a:p>
        </p:txBody>
      </p:sp>
      <p:sp>
        <p:nvSpPr>
          <p:cNvPr id="222" name="Text 220"/>
          <p:cNvSpPr/>
          <p:nvPr/>
        </p:nvSpPr>
        <p:spPr>
          <a:xfrm>
            <a:off x="10963656" y="4901184"/>
            <a:ext cx="5669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GitLab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10954512" y="5266944"/>
            <a:ext cx="5669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NEXUS</a:t>
            </a:r>
            <a:endParaRPr lang="en-US" sz="950" dirty="0"/>
          </a:p>
        </p:txBody>
      </p:sp>
      <p:sp>
        <p:nvSpPr>
          <p:cNvPr id="224" name="Shape 222"/>
          <p:cNvSpPr/>
          <p:nvPr/>
        </p:nvSpPr>
        <p:spPr>
          <a:xfrm>
            <a:off x="10149840" y="1645920"/>
            <a:ext cx="54864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149840" y="2386584"/>
            <a:ext cx="54864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149840" y="3017520"/>
            <a:ext cx="54864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149840" y="3685032"/>
            <a:ext cx="54864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149840" y="4434840"/>
            <a:ext cx="548640" cy="0"/>
          </a:xfrm>
          <a:prstGeom prst="line">
            <a:avLst/>
          </a:prstGeom>
          <a:noFill/>
          <a:ln w="7620">
            <a:solidFill>
              <a:srgbClr val="66666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47472" y="5376672"/>
            <a:ext cx="941832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47472" y="5376672"/>
            <a:ext cx="941832" cy="228600"/>
          </a:xfrm>
          <a:prstGeom prst="rect">
            <a:avLst/>
          </a:prstGeom>
          <a:solidFill>
            <a:srgbClr val="00853E"/>
          </a:solidFill>
          <a:ln w="8890">
            <a:solidFill>
              <a:srgbClr val="00853E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356616" y="5385816"/>
            <a:ext cx="9235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관리자</a:t>
            </a:r>
            <a:endParaRPr lang="en-US" sz="900" dirty="0"/>
          </a:p>
        </p:txBody>
      </p:sp>
      <p:sp>
        <p:nvSpPr>
          <p:cNvPr id="232" name="Text 230"/>
          <p:cNvSpPr/>
          <p:nvPr/>
        </p:nvSpPr>
        <p:spPr>
          <a:xfrm>
            <a:off x="585216" y="5852160"/>
            <a:ext cx="457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👥</a:t>
            </a:r>
            <a:endParaRPr lang="en-US" sz="1700" dirty="0"/>
          </a:p>
        </p:txBody>
      </p:sp>
      <p:sp>
        <p:nvSpPr>
          <p:cNvPr id="233" name="Shape 231"/>
          <p:cNvSpPr/>
          <p:nvPr/>
        </p:nvSpPr>
        <p:spPr>
          <a:xfrm>
            <a:off x="1298448" y="6016752"/>
            <a:ext cx="30175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4" name="Shape 232"/>
          <p:cNvSpPr/>
          <p:nvPr/>
        </p:nvSpPr>
        <p:spPr>
          <a:xfrm>
            <a:off x="1600200" y="5376672"/>
            <a:ext cx="2395728" cy="1097280"/>
          </a:xfrm>
          <a:prstGeom prst="rect">
            <a:avLst/>
          </a:prstGeom>
          <a:solidFill>
            <a:srgbClr val="F2F2F2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2148840" y="5468112"/>
            <a:ext cx="13258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Solution</a:t>
            </a:r>
            <a:endParaRPr lang="en-US" sz="1300" dirty="0"/>
          </a:p>
        </p:txBody>
      </p:sp>
      <p:sp>
        <p:nvSpPr>
          <p:cNvPr id="236" name="Shape 234"/>
          <p:cNvSpPr/>
          <p:nvPr/>
        </p:nvSpPr>
        <p:spPr>
          <a:xfrm>
            <a:off x="1865376" y="5943600"/>
            <a:ext cx="6217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874520" y="5952744"/>
            <a:ext cx="60350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Admin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(관리 UI)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2615184" y="5943600"/>
            <a:ext cx="6217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624328" y="5952744"/>
            <a:ext cx="60350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(서버)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3337560" y="5870448"/>
            <a:ext cx="493776" cy="402336"/>
          </a:xfrm>
          <a:prstGeom prst="can">
            <a:avLst/>
          </a:prstGeom>
          <a:solidFill>
            <a:srgbClr val="E6E6E6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355848" y="5888736"/>
            <a:ext cx="457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3995928" y="5358384"/>
            <a:ext cx="0" cy="-539496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3" name="Text 241"/>
          <p:cNvSpPr/>
          <p:nvPr/>
        </p:nvSpPr>
        <p:spPr>
          <a:xfrm>
            <a:off x="3310128" y="5184648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동적 Config 관리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4251960" y="5376672"/>
            <a:ext cx="6720840" cy="1298448"/>
          </a:xfrm>
          <a:prstGeom prst="rect">
            <a:avLst/>
          </a:prstGeom>
          <a:solidFill>
            <a:srgbClr val="F2F2F2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6583680" y="5468112"/>
            <a:ext cx="2011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개발툴 (STS IDE)</a:t>
            </a:r>
            <a:endParaRPr lang="en-US" sz="1200" dirty="0"/>
          </a:p>
        </p:txBody>
      </p:sp>
      <p:sp>
        <p:nvSpPr>
          <p:cNvPr id="246" name="Shape 244"/>
          <p:cNvSpPr/>
          <p:nvPr/>
        </p:nvSpPr>
        <p:spPr>
          <a:xfrm>
            <a:off x="4343400" y="5715000"/>
            <a:ext cx="4434840" cy="896112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352544" y="5724144"/>
            <a:ext cx="4416552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 Cloud Framework</a:t>
            </a:r>
            <a:endParaRPr lang="en-US" sz="950" dirty="0"/>
          </a:p>
        </p:txBody>
      </p:sp>
      <p:sp>
        <p:nvSpPr>
          <p:cNvPr id="248" name="Shape 246"/>
          <p:cNvSpPr/>
          <p:nvPr/>
        </p:nvSpPr>
        <p:spPr>
          <a:xfrm>
            <a:off x="4526280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 rot="5400000">
            <a:off x="4535424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Controller</a:t>
            </a:r>
            <a:endParaRPr lang="en-US" sz="580" dirty="0"/>
          </a:p>
        </p:txBody>
      </p:sp>
      <p:sp>
        <p:nvSpPr>
          <p:cNvPr id="250" name="Shape 248"/>
          <p:cNvSpPr/>
          <p:nvPr/>
        </p:nvSpPr>
        <p:spPr>
          <a:xfrm>
            <a:off x="5001768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 rot="5400000">
            <a:off x="5010912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AOP</a:t>
            </a:r>
            <a:endParaRPr lang="en-US" sz="580" dirty="0"/>
          </a:p>
        </p:txBody>
      </p:sp>
      <p:sp>
        <p:nvSpPr>
          <p:cNvPr id="252" name="Shape 250"/>
          <p:cNvSpPr/>
          <p:nvPr/>
        </p:nvSpPr>
        <p:spPr>
          <a:xfrm>
            <a:off x="5477256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 rot="5400000">
            <a:off x="5486400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</a:t>
            </a:r>
            <a:endParaRPr lang="en-US" sz="580" dirty="0"/>
          </a:p>
        </p:txBody>
      </p:sp>
      <p:sp>
        <p:nvSpPr>
          <p:cNvPr id="254" name="Shape 252"/>
          <p:cNvSpPr/>
          <p:nvPr/>
        </p:nvSpPr>
        <p:spPr>
          <a:xfrm>
            <a:off x="5952744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 rot="5400000">
            <a:off x="5961888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DAO</a:t>
            </a:r>
            <a:endParaRPr lang="en-US" sz="580" dirty="0"/>
          </a:p>
        </p:txBody>
      </p:sp>
      <p:sp>
        <p:nvSpPr>
          <p:cNvPr id="256" name="Shape 254"/>
          <p:cNvSpPr/>
          <p:nvPr/>
        </p:nvSpPr>
        <p:spPr>
          <a:xfrm>
            <a:off x="6428232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 rot="5400000">
            <a:off x="6437376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DTO</a:t>
            </a:r>
            <a:endParaRPr lang="en-US" sz="580" dirty="0"/>
          </a:p>
        </p:txBody>
      </p:sp>
      <p:sp>
        <p:nvSpPr>
          <p:cNvPr id="258" name="Shape 256"/>
          <p:cNvSpPr/>
          <p:nvPr/>
        </p:nvSpPr>
        <p:spPr>
          <a:xfrm>
            <a:off x="6903720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 rot="5400000">
            <a:off x="6912864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Mapper</a:t>
            </a:r>
            <a:endParaRPr lang="en-US" sz="580" dirty="0"/>
          </a:p>
        </p:txBody>
      </p:sp>
      <p:sp>
        <p:nvSpPr>
          <p:cNvPr id="260" name="Shape 258"/>
          <p:cNvSpPr/>
          <p:nvPr/>
        </p:nvSpPr>
        <p:spPr>
          <a:xfrm>
            <a:off x="7379208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 rot="5400000">
            <a:off x="7388352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O-R</a:t>
            </a:r>
            <a:endParaRPr lang="en-US" sz="580" dirty="0"/>
          </a:p>
        </p:txBody>
      </p:sp>
      <p:sp>
        <p:nvSpPr>
          <p:cNvPr id="262" name="Shape 260"/>
          <p:cNvSpPr/>
          <p:nvPr/>
        </p:nvSpPr>
        <p:spPr>
          <a:xfrm>
            <a:off x="7854696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 rot="5400000">
            <a:off x="7863840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</a:t>
            </a:r>
            <a:endParaRPr lang="en-US" sz="580" dirty="0"/>
          </a:p>
        </p:txBody>
      </p:sp>
      <p:sp>
        <p:nvSpPr>
          <p:cNvPr id="264" name="Shape 262"/>
          <p:cNvSpPr/>
          <p:nvPr/>
        </p:nvSpPr>
        <p:spPr>
          <a:xfrm>
            <a:off x="8330184" y="5989320"/>
            <a:ext cx="365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 rot="5400000">
            <a:off x="8339328" y="5998464"/>
            <a:ext cx="347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Library</a:t>
            </a:r>
            <a:endParaRPr lang="en-US" sz="580" dirty="0"/>
          </a:p>
        </p:txBody>
      </p:sp>
      <p:sp>
        <p:nvSpPr>
          <p:cNvPr id="266" name="Shape 264"/>
          <p:cNvSpPr/>
          <p:nvPr/>
        </p:nvSpPr>
        <p:spPr>
          <a:xfrm>
            <a:off x="8942832" y="5715000"/>
            <a:ext cx="1828800" cy="896112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951976" y="5724144"/>
            <a:ext cx="1810512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Plug-In</a:t>
            </a:r>
            <a:endParaRPr lang="en-US" sz="950" dirty="0"/>
          </a:p>
        </p:txBody>
      </p:sp>
      <p:sp>
        <p:nvSpPr>
          <p:cNvPr id="268" name="Shape 266"/>
          <p:cNvSpPr/>
          <p:nvPr/>
        </p:nvSpPr>
        <p:spPr>
          <a:xfrm>
            <a:off x="9098280" y="5943600"/>
            <a:ext cx="14173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9107424" y="5952744"/>
            <a:ext cx="1399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DTO Plug-In</a:t>
            </a:r>
            <a:endParaRPr lang="en-US" sz="650" dirty="0"/>
          </a:p>
        </p:txBody>
      </p:sp>
      <p:sp>
        <p:nvSpPr>
          <p:cNvPr id="270" name="Shape 268"/>
          <p:cNvSpPr/>
          <p:nvPr/>
        </p:nvSpPr>
        <p:spPr>
          <a:xfrm>
            <a:off x="9098280" y="6163056"/>
            <a:ext cx="14173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9107424" y="6172200"/>
            <a:ext cx="1399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Plug-In</a:t>
            </a:r>
            <a:endParaRPr lang="en-US" sz="650" dirty="0"/>
          </a:p>
        </p:txBody>
      </p:sp>
      <p:sp>
        <p:nvSpPr>
          <p:cNvPr id="272" name="Shape 270"/>
          <p:cNvSpPr/>
          <p:nvPr/>
        </p:nvSpPr>
        <p:spPr>
          <a:xfrm>
            <a:off x="9098280" y="6382512"/>
            <a:ext cx="14173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9107424" y="6391656"/>
            <a:ext cx="13990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BOOT Dashboard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7918704" y="5376672"/>
            <a:ext cx="0" cy="-530352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5" name="Shape 273"/>
          <p:cNvSpPr/>
          <p:nvPr/>
        </p:nvSpPr>
        <p:spPr>
          <a:xfrm>
            <a:off x="7918704" y="5157216"/>
            <a:ext cx="2779776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6" name="Text 274"/>
          <p:cNvSpPr/>
          <p:nvPr/>
        </p:nvSpPr>
        <p:spPr>
          <a:xfrm>
            <a:off x="9354312" y="5001768"/>
            <a:ext cx="320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</a:t>
            </a:r>
            <a:endParaRPr lang="en-US" sz="700" dirty="0"/>
          </a:p>
        </p:txBody>
      </p:sp>
      <p:sp>
        <p:nvSpPr>
          <p:cNvPr id="277" name="Shape 275"/>
          <p:cNvSpPr/>
          <p:nvPr/>
        </p:nvSpPr>
        <p:spPr>
          <a:xfrm>
            <a:off x="7918704" y="5285232"/>
            <a:ext cx="2779776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8" name="Text 276"/>
          <p:cNvSpPr/>
          <p:nvPr/>
        </p:nvSpPr>
        <p:spPr>
          <a:xfrm>
            <a:off x="9354312" y="5266944"/>
            <a:ext cx="320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603504"/>
            <a:ext cx="841248" cy="4114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603504"/>
            <a:ext cx="457200" cy="411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9888" y="603504"/>
            <a:ext cx="10652760" cy="41148"/>
          </a:xfrm>
          <a:prstGeom prst="rect">
            <a:avLst/>
          </a:prstGeom>
          <a:solidFill>
            <a:srgbClr val="00853E"/>
          </a:solidFill>
          <a:ln w="12700">
            <a:solidFill>
              <a:srgbClr val="00853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정보계 프로젝트에서 사용하는 Controller, Service는 1:N 형태로 제공되며 각 업무 요건에 따라 NhinsController, NhFileController,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NhRDController, NhInboundController, NhSsoController, NhController로 구분되어 사용함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11567160" cy="5257800"/>
        </p:xfrm>
        <a:graphic>
          <a:graphicData uri="http://schemas.openxmlformats.org/drawingml/2006/table">
            <a:tbl>
              <a:tblPr/>
              <a:tblGrid>
                <a:gridCol w="2011680"/>
                <a:gridCol w="768096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비고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NhinsController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Nhins Controller는 UI 프레임워크(xFrame)과 연계하여 업무 서비스 호출 시 사용하는 Controller 입니다.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NhFileController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NhFile Controller는 UI(xFrame)에서 파일 Up/Download 요청시 사용하는 Controller 입니다.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PaaS 환경에서 DB, ObjectStorage 간 파일 송수신을 할 수 있도록 제공합니다.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NhRDController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NhRD Controller는 UI(xFrame)에서 RD(Report Designer) 연계시 DB 처리 수행간 사용하는 Controller 입니다.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NhInboundController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NhInbound Controller는 Inbound 거래(EAI, 외부 JSON 전문)시 로직 처리를 수행할 때 사용하는 Controller 입니다.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NhSsoController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NhSso Controller는 NH통합로그인 SSO 처리를 수행하는 Controller 입니다.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NhController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• Nh Controller는 C2C(Container to Container) 통신시 사용하는 Controller로 표준전문을 기반으로 요청/응답을 수행합니다.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2296" marR="82296" marT="82296" marB="82296" anchor="mid">
                    <a:lnL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1389888"/>
            <a:ext cx="11567160" cy="384048"/>
          </a:xfrm>
          <a:prstGeom prst="rect">
            <a:avLst/>
          </a:prstGeom>
          <a:solidFill>
            <a:srgbClr val="EAF6F1"/>
          </a:solidFill>
          <a:ln w="10160">
            <a:solidFill>
              <a:srgbClr val="9A9A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408176"/>
            <a:ext cx="20116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31720" y="1408176"/>
            <a:ext cx="76809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12680" y="1408176"/>
            <a:ext cx="1874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 표준 아키텍처 구성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" y="603504"/>
            <a:ext cx="841248" cy="4114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603504"/>
            <a:ext cx="457200" cy="411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603504"/>
            <a:ext cx="10652760" cy="41148"/>
          </a:xfrm>
          <a:prstGeom prst="rect">
            <a:avLst/>
          </a:prstGeom>
          <a:solidFill>
            <a:srgbClr val="00853E"/>
          </a:solidFill>
          <a:ln w="12700">
            <a:solidFill>
              <a:srgbClr val="00853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1247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정보계 차세대 어플리케이션 프레임워크의 아키텍처 구성도이다.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060704"/>
            <a:ext cx="320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👨‍💻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691640" y="1353312"/>
            <a:ext cx="923544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737360"/>
            <a:ext cx="1874520" cy="2029968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737360"/>
            <a:ext cx="1874520" cy="310896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746504"/>
            <a:ext cx="1856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자동화 관리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2148840"/>
            <a:ext cx="1609344" cy="292608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157984"/>
            <a:ext cx="1591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배치작업등록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2542032"/>
            <a:ext cx="1609344" cy="292608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551176"/>
            <a:ext cx="1591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배치작업조회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2935224"/>
            <a:ext cx="1609344" cy="292608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배치모니터링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3328416"/>
            <a:ext cx="1609344" cy="292608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337560"/>
            <a:ext cx="1591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...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" y="4224528"/>
            <a:ext cx="187452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4224528"/>
            <a:ext cx="1874520" cy="310896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4233672"/>
            <a:ext cx="1856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스케줄러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645152"/>
            <a:ext cx="1609344" cy="658368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54296"/>
            <a:ext cx="159105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배치작업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(정기, 수시)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22960" y="5742432"/>
            <a:ext cx="1261872" cy="457200"/>
          </a:xfrm>
          <a:prstGeom prst="can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760720"/>
            <a:ext cx="122529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작업실행정보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53896" y="5742432"/>
            <a:ext cx="0" cy="-43891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0352" y="3621024"/>
            <a:ext cx="-21031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21024"/>
            <a:ext cx="0" cy="2368296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989320"/>
            <a:ext cx="502920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017520" y="2286000"/>
            <a:ext cx="804672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26664" y="2295144"/>
            <a:ext cx="786384" cy="2130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Control-M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0520" y="2971800"/>
            <a:ext cx="658368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9664" y="2980944"/>
            <a:ext cx="640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Shell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04872" y="2880360"/>
            <a:ext cx="612648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04872" y="4965192"/>
            <a:ext cx="612648" cy="-2084832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22192" y="2880360"/>
            <a:ext cx="338328" cy="374904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892040" y="1389888"/>
            <a:ext cx="6784848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6666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1389888"/>
            <a:ext cx="6784848" cy="29260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1399032"/>
            <a:ext cx="6766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배치 서버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1719072"/>
            <a:ext cx="6199632" cy="228600"/>
          </a:xfrm>
          <a:prstGeom prst="rect">
            <a:avLst/>
          </a:prstGeom>
          <a:solidFill>
            <a:srgbClr val="E6F4FB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21224" y="1728216"/>
            <a:ext cx="618134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Batch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0680" y="2011680"/>
            <a:ext cx="5806440" cy="24688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2020824"/>
            <a:ext cx="57881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Execution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2359152"/>
            <a:ext cx="111556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7840" y="2359152"/>
            <a:ext cx="1115568" cy="24688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 Launcher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5577840" y="3127248"/>
            <a:ext cx="11155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127248"/>
            <a:ext cx="1115568" cy="24688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86984" y="3136392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60920" y="3127248"/>
            <a:ext cx="96012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60920" y="3127248"/>
            <a:ext cx="960120" cy="24688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3136392"/>
            <a:ext cx="9418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35624" y="2999232"/>
            <a:ext cx="0" cy="128016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272784" y="2944368"/>
            <a:ext cx="502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execute()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693408" y="3429000"/>
            <a:ext cx="66751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858000" y="3291840"/>
            <a:ext cx="502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execute()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595360" y="2359152"/>
            <a:ext cx="2468880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95360" y="2359152"/>
            <a:ext cx="2468880" cy="274320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04504" y="2368296"/>
            <a:ext cx="24505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Execution #1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823960" y="2834640"/>
            <a:ext cx="42062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read()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8823960" y="3236976"/>
            <a:ext cx="42062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process()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8823960" y="3639312"/>
            <a:ext cx="42062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write()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9784080" y="2770632"/>
            <a:ext cx="1188720" cy="228600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93224" y="2779776"/>
            <a:ext cx="11704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ItemReader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784080" y="3172968"/>
            <a:ext cx="1188720" cy="228600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93224" y="3182112"/>
            <a:ext cx="11704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ItemProcessor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784080" y="3575304"/>
            <a:ext cx="1188720" cy="228600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93224" y="3584448"/>
            <a:ext cx="11704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ItemWriter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326880" y="2880360"/>
            <a:ext cx="457200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326880" y="3282696"/>
            <a:ext cx="457200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9326880" y="3685032"/>
            <a:ext cx="457200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9902952" y="3447288"/>
            <a:ext cx="822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reads / writes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7205472" y="4224528"/>
            <a:ext cx="3858768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05472" y="4224528"/>
            <a:ext cx="3858768" cy="256032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14616" y="4233672"/>
            <a:ext cx="38404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Execution #2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98080" y="4590288"/>
            <a:ext cx="960120" cy="292608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98080" y="4590288"/>
            <a:ext cx="960120" cy="182880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07224" y="4599432"/>
            <a:ext cx="9418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820656" y="4590288"/>
            <a:ext cx="1097280" cy="292608"/>
          </a:xfrm>
          <a:prstGeom prst="rect">
            <a:avLst/>
          </a:prstGeom>
          <a:solidFill>
            <a:srgbClr val="0050A4"/>
          </a:solidFill>
          <a:ln w="8890">
            <a:solidFill>
              <a:srgbClr val="0050A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29800" y="4599432"/>
            <a:ext cx="10789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Tasklet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458200" y="4736592"/>
            <a:ext cx="1362456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6693408" y="3520440"/>
            <a:ext cx="0" cy="941832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93408" y="4462272"/>
            <a:ext cx="512064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8321040" y="3429000"/>
            <a:ext cx="274320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21040" y="3429000"/>
            <a:ext cx="0" cy="795528"/>
          </a:xfrm>
          <a:prstGeom prst="line">
            <a:avLst/>
          </a:pr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18888" y="3255264"/>
            <a:ext cx="62179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892040" y="5458968"/>
            <a:ext cx="4224528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92040" y="5458968"/>
            <a:ext cx="4224528" cy="274320"/>
          </a:xfrm>
          <a:prstGeom prst="rect">
            <a:avLst/>
          </a:prstGeom>
          <a:solidFill>
            <a:srgbClr val="E6F4FB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01184" y="5468112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Job Repository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029200" y="5852160"/>
            <a:ext cx="2240280" cy="228600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38344" y="5861304"/>
            <a:ext cx="222199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BATCH_STEP_EXECUTION_CONTEXT</a:t>
            </a:r>
            <a:endParaRPr lang="en-US" sz="630" dirty="0"/>
          </a:p>
        </p:txBody>
      </p:sp>
      <p:sp>
        <p:nvSpPr>
          <p:cNvPr id="94" name="Shape 92"/>
          <p:cNvSpPr/>
          <p:nvPr/>
        </p:nvSpPr>
        <p:spPr>
          <a:xfrm>
            <a:off x="7388352" y="5852160"/>
            <a:ext cx="1581912" cy="228600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97496" y="5861304"/>
            <a:ext cx="156362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BATCH_JOB_CONTEXT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5029200" y="6199632"/>
            <a:ext cx="2240280" cy="228600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038344" y="6208776"/>
            <a:ext cx="222199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BATCH_STEP_EXECUTION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388352" y="6199632"/>
            <a:ext cx="1581912" cy="228600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97496" y="6208776"/>
            <a:ext cx="156362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BATCH_JOB_INSTANCE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5029200" y="6528816"/>
            <a:ext cx="3767328" cy="228600"/>
          </a:xfrm>
          <a:prstGeom prst="rect">
            <a:avLst/>
          </a:prstGeom>
          <a:solidFill>
            <a:srgbClr val="E6F4FB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038344" y="6537960"/>
            <a:ext cx="37490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BATCH_JOB_EXECUTION_PARAMS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9464040" y="5458968"/>
            <a:ext cx="1965960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64040" y="5458968"/>
            <a:ext cx="1965960" cy="274320"/>
          </a:xfrm>
          <a:prstGeom prst="rect">
            <a:avLst/>
          </a:prstGeom>
          <a:solidFill>
            <a:srgbClr val="E6F4FB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73184" y="5468112"/>
            <a:ext cx="194767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원장 DataBase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738360" y="5925312"/>
            <a:ext cx="1325880" cy="566928"/>
          </a:xfrm>
          <a:prstGeom prst="can">
            <a:avLst/>
          </a:prstGeom>
          <a:solidFill>
            <a:srgbClr val="FFFFFF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35624" y="3730752"/>
            <a:ext cx="0" cy="1728216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10972800" y="2880360"/>
            <a:ext cx="777240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750040" y="2880360"/>
            <a:ext cx="0" cy="32918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750040" y="6172200"/>
            <a:ext cx="-320040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NSIGHT 표준 프레임워크 아키텍처 구성</dc:title>
  <dc:subject>NSIGHT 표준 프레임워크 아키텍처 구성</dc:subject>
  <dc:creator>OpenAI</dc:creator>
  <cp:lastModifiedBy>OpenAI</cp:lastModifiedBy>
  <cp:revision>1</cp:revision>
  <dcterms:created xsi:type="dcterms:W3CDTF">2026-08-25T09:48:40Z</dcterms:created>
  <dcterms:modified xsi:type="dcterms:W3CDTF">2026-08-25T09:48:40Z</dcterms:modified>
</cp:coreProperties>
</file>