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2" d="100"/>
          <a:sy n="122" d="100"/>
        </p:scale>
        <p:origin x="374" y="-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34495E"/>
                </a:solidFill>
                <a:latin typeface="Malgun Gothic"/>
              </a:rPr>
              <a:t>NSIGHT 미들웨어 구성도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33272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464646"/>
                </a:solidFill>
                <a:latin typeface="Malgun Gothic"/>
              </a:rPr>
              <a:t>원본 이미지를 기반으로 PowerPoint 도형으로 다시 그린 편집형 문서
대상: 개발 구성도 / 운영 구성도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9496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46464"/>
                </a:solidFill>
                <a:latin typeface="Malgun Gothic"/>
              </a:rPr>
              <a:t>본 자료는 도형 기반 재구성본으로, 슬라이드 내 개체를 직접 수정할 수 있습니다.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464646"/>
                </a:solidFill>
                <a:latin typeface="Malgun Gothic"/>
              </a:rPr>
              <a:t>WEB/WAS 시스템 구성도(마케팅플랫폼 개발)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87878"/>
                </a:solidFill>
                <a:latin typeface="Malgun Gothic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56032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Malgun Gothic"/>
              </a:rPr>
              <a:t>* 엔진계정명:
WAS : tomcatmpco
WEB : apachempco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0"/>
            <a:ext cx="2743200" cy="201168"/>
          </a:xfrm>
          <a:prstGeom prst="rect">
            <a:avLst/>
          </a:prstGeom>
          <a:solidFill>
            <a:srgbClr val="B8D7F2"/>
          </a:solidFill>
          <a:ln>
            <a:solidFill>
              <a:srgbClr val="B8D7F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내부망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14400"/>
            <a:ext cx="5760720" cy="201168"/>
          </a:xfrm>
          <a:prstGeom prst="rect">
            <a:avLst/>
          </a:prstGeom>
          <a:solidFill>
            <a:srgbClr val="B8D7F2"/>
          </a:solidFill>
          <a:ln>
            <a:solidFill>
              <a:srgbClr val="B8D7F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내부망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776472"/>
            <a:ext cx="384048" cy="310896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94560"/>
            <a:ext cx="411480" cy="3474720"/>
          </a:xfrm>
          <a:prstGeom prst="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내부망
L4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4088" y="0"/>
            <a:ext cx="164592" cy="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514600" y="2331720"/>
            <a:ext cx="164592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32888" y="2359152"/>
            <a:ext cx="164592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sbmpcoltwb01
(19.88.120.173)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533095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마케팅플랫폼
WEB #1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3703320"/>
            <a:ext cx="868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2331720"/>
            <a:ext cx="20116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87568" y="2359152"/>
            <a:ext cx="20116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sbmpcoltws01
(19.88.120.174)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533095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마케팅플랫폼
WAS #1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2834640"/>
            <a:ext cx="1371600" cy="2423160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62472" y="3154680"/>
            <a:ext cx="1225296" cy="47320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(mpco01 : 마케팅플랫폼 공통)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2472" y="3664458"/>
            <a:ext cx="1225296" cy="47320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#2
(mpui01 : 마케팅플랫폼 화면)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2472" y="4174236"/>
            <a:ext cx="1225296" cy="47320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#3
(mpms01 : 미니싱글뷰)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62472" y="4684014"/>
            <a:ext cx="1225296" cy="47320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#4
(mpmu01 : 미니싱글뷰 화면)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2011680"/>
            <a:ext cx="1389888" cy="17373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0" y="2048256"/>
            <a:ext cx="1389888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45168" y="2423160"/>
            <a:ext cx="987552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798064"/>
            <a:ext cx="1298448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#1
sbrdcoxtdb01
(19.120.120.110, 1531)
SBRDCOTP1, MPCO_APP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4389120"/>
            <a:ext cx="1389888" cy="17373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0" y="4425696"/>
            <a:ext cx="1389888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45168" y="4800600"/>
            <a:ext cx="987552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5175504"/>
            <a:ext cx="1298448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#2
sbrdcoxtdb02
(19.120.120.113, 1531)
SBRDCOTP2, MPCO_APP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1280160" y="2926080"/>
            <a:ext cx="1234440" cy="96012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783080" y="2816352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#9000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1280160" y="3337560"/>
            <a:ext cx="1234440" cy="54864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783080" y="3227832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280160" y="3886200"/>
            <a:ext cx="1234440" cy="32004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783080" y="4096512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280160" y="3886200"/>
            <a:ext cx="1234440" cy="73152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783080" y="4507992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#9011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160520" y="2926080"/>
            <a:ext cx="1508760" cy="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709160" y="2816352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#19000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160520" y="3337560"/>
            <a:ext cx="1508760" cy="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709160" y="3227832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#19001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160520" y="4206240"/>
            <a:ext cx="1508760" cy="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709160" y="4096512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#19010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160520" y="4617720"/>
            <a:ext cx="1508760" cy="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709160" y="4507992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#19011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7680960" y="2743200"/>
            <a:ext cx="1463040" cy="914400"/>
          </a:xfrm>
          <a:prstGeom prst="line">
            <a:avLst/>
          </a:prstGeom>
          <a:ln w="1524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680960" y="3657600"/>
            <a:ext cx="1463040" cy="1463040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20040" y="6473952"/>
            <a:ext cx="34747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Malgun Gothic"/>
              </a:rPr>
              <a:t>※ 원본 이미지를 바탕으로 재구성한 편집용 도형 슬라이드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464646"/>
                </a:solidFill>
                <a:latin typeface="Malgun Gothic"/>
              </a:rPr>
              <a:t>WEB/WAS 시스템 구성도(BI포탈 개발)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87878"/>
                </a:solidFill>
                <a:latin typeface="Malgun Gothic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56032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Malgun Gothic"/>
              </a:rPr>
              <a:t>* 엔진계정명:
WAS : tomcatbipt
WEB : apachebipt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0"/>
            <a:ext cx="2743200" cy="201168"/>
          </a:xfrm>
          <a:prstGeom prst="rect">
            <a:avLst/>
          </a:prstGeom>
          <a:solidFill>
            <a:srgbClr val="B8D7F2"/>
          </a:solidFill>
          <a:ln>
            <a:solidFill>
              <a:srgbClr val="B8D7F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내부망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14400"/>
            <a:ext cx="5760720" cy="201168"/>
          </a:xfrm>
          <a:prstGeom prst="rect">
            <a:avLst/>
          </a:prstGeom>
          <a:solidFill>
            <a:srgbClr val="B8D7F2"/>
          </a:solidFill>
          <a:ln>
            <a:solidFill>
              <a:srgbClr val="B8D7F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내부망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776472"/>
            <a:ext cx="384048" cy="310896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94560"/>
            <a:ext cx="411480" cy="3474720"/>
          </a:xfrm>
          <a:prstGeom prst="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내부망
L4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4088" y="0"/>
            <a:ext cx="164592" cy="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514600" y="2331720"/>
            <a:ext cx="164592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32888" y="2359152"/>
            <a:ext cx="164592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sbbiptltwb01
(19.88.120.184)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533095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BI포탈
WEB #1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3703320"/>
            <a:ext cx="868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2331720"/>
            <a:ext cx="20116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87568" y="2359152"/>
            <a:ext cx="20116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sbbiptltws01
(19.88.120.185)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533095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BI포탈
WAS #1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2834640"/>
            <a:ext cx="1371600" cy="2423160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62472" y="3154680"/>
            <a:ext cx="1225296" cy="200253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(bipt01 : BI포탈)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2011680"/>
            <a:ext cx="1389888" cy="17373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0" y="2048256"/>
            <a:ext cx="1389888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45168" y="2423160"/>
            <a:ext cx="987552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798064"/>
            <a:ext cx="1298448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#1
sbadcoxtdb01
(19.120.120.110, 1532)
SBADCOTP1, BIPT_APP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4389120"/>
            <a:ext cx="1389888" cy="17373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4425696"/>
            <a:ext cx="1389888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45168" y="4800600"/>
            <a:ext cx="987552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5175504"/>
            <a:ext cx="1298448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#2
sbadcoxtdb02
(19.120.120.113, 1532)
SBADCOTP2, BIPT_APP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1280160" y="3703320"/>
            <a:ext cx="1234440" cy="18288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783080" y="3593592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160520" y="3703320"/>
            <a:ext cx="1508760" cy="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709160" y="3593592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#19000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7680960" y="2743200"/>
            <a:ext cx="1463040" cy="914400"/>
          </a:xfrm>
          <a:prstGeom prst="line">
            <a:avLst/>
          </a:prstGeom>
          <a:ln w="1524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680960" y="3657600"/>
            <a:ext cx="1463040" cy="1463040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20040" y="6473952"/>
            <a:ext cx="34747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Malgun Gothic"/>
              </a:rPr>
              <a:t>※ 원본 이미지를 바탕으로 재구성한 편집용 도형 슬라이드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464646"/>
                </a:solidFill>
                <a:latin typeface="Malgun Gothic"/>
              </a:rPr>
              <a:t>WEB/WAS 시스템 구성도(신용실적 개발)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87878"/>
                </a:solidFill>
                <a:latin typeface="Malgun Gothic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56032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Malgun Gothic"/>
              </a:rPr>
              <a:t>* 엔진계정명:
WAS : tomcatbicr
WEB : apachebicr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0"/>
            <a:ext cx="2743200" cy="201168"/>
          </a:xfrm>
          <a:prstGeom prst="rect">
            <a:avLst/>
          </a:prstGeom>
          <a:solidFill>
            <a:srgbClr val="B8D7F2"/>
          </a:solidFill>
          <a:ln>
            <a:solidFill>
              <a:srgbClr val="B8D7F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내부망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14400"/>
            <a:ext cx="5760720" cy="201168"/>
          </a:xfrm>
          <a:prstGeom prst="rect">
            <a:avLst/>
          </a:prstGeom>
          <a:solidFill>
            <a:srgbClr val="B8D7F2"/>
          </a:solidFill>
          <a:ln>
            <a:solidFill>
              <a:srgbClr val="B8D7F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내부망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776472"/>
            <a:ext cx="384048" cy="310896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94560"/>
            <a:ext cx="411480" cy="3474720"/>
          </a:xfrm>
          <a:prstGeom prst="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내부망
L4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4088" y="0"/>
            <a:ext cx="164592" cy="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514600" y="2331720"/>
            <a:ext cx="164592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32888" y="2359152"/>
            <a:ext cx="164592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sbbicrltwb01
(19.88.120.182)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533095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신용실적
WEB #1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3703320"/>
            <a:ext cx="868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2331720"/>
            <a:ext cx="20116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87568" y="2359152"/>
            <a:ext cx="20116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sbbicrltws01
(19.88.120.183)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533095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신용실적
WAS #1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2834640"/>
            <a:ext cx="1371600" cy="2423160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62472" y="3154680"/>
            <a:ext cx="1225296" cy="98298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(bicr01 : 신용실적)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2472" y="4174236"/>
            <a:ext cx="1225296" cy="98298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#2
(biui01 : 신용실적 화면)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2011680"/>
            <a:ext cx="1389888" cy="17373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0" y="2048256"/>
            <a:ext cx="1389888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45168" y="2423160"/>
            <a:ext cx="987552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798064"/>
            <a:ext cx="1298448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#1
sbadcoxtdb01
(19.120.120.110, 1532)
SBADCOTP1, BICR_APP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4389120"/>
            <a:ext cx="1389888" cy="17373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0" y="4425696"/>
            <a:ext cx="1389888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45168" y="4800600"/>
            <a:ext cx="987552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5175504"/>
            <a:ext cx="1298448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#2
sbadcoxtdb02
(19.120.120.113, 1532)
SBADCOTP2, BICR_APP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1280160" y="3429000"/>
            <a:ext cx="1234440" cy="45720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783080" y="3319272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280160" y="3886200"/>
            <a:ext cx="1234440" cy="91439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783080" y="3867911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#9001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160520" y="3429000"/>
            <a:ext cx="1508760" cy="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709160" y="3319272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#19000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160520" y="3977639"/>
            <a:ext cx="1508760" cy="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709160" y="3867911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#19001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7680960" y="2743200"/>
            <a:ext cx="1463040" cy="914400"/>
          </a:xfrm>
          <a:prstGeom prst="line">
            <a:avLst/>
          </a:prstGeom>
          <a:ln w="1524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80960" y="3657600"/>
            <a:ext cx="1463040" cy="1463040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20040" y="6473952"/>
            <a:ext cx="34747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Malgun Gothic"/>
              </a:rPr>
              <a:t>※ 원본 이미지를 바탕으로 재구성한 편집용 도형 슬라이드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464646"/>
                </a:solidFill>
                <a:latin typeface="Malgun Gothic"/>
              </a:rPr>
              <a:t>WEB/WAS 시스템 구성도(OLAP 개발)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87878"/>
                </a:solidFill>
                <a:latin typeface="Malgun Gothic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56032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Malgun Gothic"/>
              </a:rPr>
              <a:t>* 엔진계정명:
WAS : tomcatbioa
WEB : apachebioa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0"/>
            <a:ext cx="2743200" cy="201168"/>
          </a:xfrm>
          <a:prstGeom prst="rect">
            <a:avLst/>
          </a:prstGeom>
          <a:solidFill>
            <a:srgbClr val="B8D7F2"/>
          </a:solidFill>
          <a:ln>
            <a:solidFill>
              <a:srgbClr val="B8D7F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내부망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14400"/>
            <a:ext cx="5760720" cy="201168"/>
          </a:xfrm>
          <a:prstGeom prst="rect">
            <a:avLst/>
          </a:prstGeom>
          <a:solidFill>
            <a:srgbClr val="B8D7F2"/>
          </a:solidFill>
          <a:ln>
            <a:solidFill>
              <a:srgbClr val="B8D7F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내부망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776472"/>
            <a:ext cx="384048" cy="310896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94560"/>
            <a:ext cx="411480" cy="3474720"/>
          </a:xfrm>
          <a:prstGeom prst="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내부망
L4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4088" y="0"/>
            <a:ext cx="164592" cy="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514600" y="2331720"/>
            <a:ext cx="164592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32888" y="2359152"/>
            <a:ext cx="164592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sbbioaltwb01
(19.88.120.180)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533095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OLAP
WEB #1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3703320"/>
            <a:ext cx="868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2331720"/>
            <a:ext cx="20116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87568" y="2359152"/>
            <a:ext cx="20116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sbbioaltws01
(19.88.120.181)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533095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OLAP
WAS #1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2834640"/>
            <a:ext cx="1371600" cy="2423160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62472" y="3154680"/>
            <a:ext cx="1225296" cy="200253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(bioa01 : OLAP)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2011680"/>
            <a:ext cx="1389888" cy="17373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0" y="2048256"/>
            <a:ext cx="1389888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45168" y="2423160"/>
            <a:ext cx="987552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798064"/>
            <a:ext cx="1298448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#1
sbadcoxtdb01
(19.120.120.110, 1532)
SBADCOTP1, BIOA_APP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4389120"/>
            <a:ext cx="1389888" cy="17373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4425696"/>
            <a:ext cx="1389888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45168" y="4800600"/>
            <a:ext cx="987552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5175504"/>
            <a:ext cx="1298448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#2
sbadcoxtdb02
(19.120.120.113, 1532)
SBADCOTP2, BIOA_APP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1280160" y="3703320"/>
            <a:ext cx="1234440" cy="18288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783080" y="3593592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160520" y="3703320"/>
            <a:ext cx="1508760" cy="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709160" y="3593592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#19000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7680960" y="2743200"/>
            <a:ext cx="1463040" cy="914400"/>
          </a:xfrm>
          <a:prstGeom prst="line">
            <a:avLst/>
          </a:prstGeom>
          <a:ln w="1524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680960" y="3657600"/>
            <a:ext cx="1463040" cy="1463040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20040" y="6473952"/>
            <a:ext cx="34747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Malgun Gothic"/>
              </a:rPr>
              <a:t>※ 원본 이미지를 바탕으로 재구성한 편집용 도형 슬라이드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464646"/>
                </a:solidFill>
                <a:latin typeface="Malgun Gothic"/>
              </a:rPr>
              <a:t>WEB/WAS 시스템 구성도(단말관리 개발)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87878"/>
                </a:solidFill>
                <a:latin typeface="Malgun Gothic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56032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Malgun Gothic"/>
              </a:rPr>
              <a:t>* 엔진계정명:
WAS : tomcatimxm
WEB : apacheimxm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0"/>
            <a:ext cx="2743200" cy="201168"/>
          </a:xfrm>
          <a:prstGeom prst="rect">
            <a:avLst/>
          </a:prstGeom>
          <a:solidFill>
            <a:srgbClr val="B8D7F2"/>
          </a:solidFill>
          <a:ln>
            <a:solidFill>
              <a:srgbClr val="B8D7F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내부망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14400"/>
            <a:ext cx="5760720" cy="201168"/>
          </a:xfrm>
          <a:prstGeom prst="rect">
            <a:avLst/>
          </a:prstGeom>
          <a:solidFill>
            <a:srgbClr val="B8D7F2"/>
          </a:solidFill>
          <a:ln>
            <a:solidFill>
              <a:srgbClr val="B8D7F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내부망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776472"/>
            <a:ext cx="384048" cy="310896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94560"/>
            <a:ext cx="411480" cy="3474720"/>
          </a:xfrm>
          <a:prstGeom prst="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내부망
L4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4088" y="0"/>
            <a:ext cx="164592" cy="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514600" y="2331720"/>
            <a:ext cx="164592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32888" y="2359152"/>
            <a:ext cx="164592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sbimxmltwb01
(19.88.120.175)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533095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단말관리
WEB #1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3703320"/>
            <a:ext cx="868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2331720"/>
            <a:ext cx="20116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87568" y="2359152"/>
            <a:ext cx="20116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sbimxmltws01
(19.88.120.176)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533095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단말관리
WAS #1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2834640"/>
            <a:ext cx="1371600" cy="2423160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62472" y="3154680"/>
            <a:ext cx="1225296" cy="200253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(imxm01 : 단말관리)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2011680"/>
            <a:ext cx="1389888" cy="17373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0" y="2048256"/>
            <a:ext cx="1389888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45168" y="2423160"/>
            <a:ext cx="987552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798064"/>
            <a:ext cx="1298448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#1
sbrdcoxtdb01
(19.120.120.110, 1531)
SBRDCOTP1, IMXM_APP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4389120"/>
            <a:ext cx="1389888" cy="17373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4425696"/>
            <a:ext cx="1389888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45168" y="4800600"/>
            <a:ext cx="987552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5175504"/>
            <a:ext cx="1298448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#2
sbrdcoxtdb02
(19.120.120.113, 1531)
SBRDCOTP2, IMXM_APP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1280160" y="3703320"/>
            <a:ext cx="1234440" cy="18288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783080" y="3593592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160520" y="3703320"/>
            <a:ext cx="1508760" cy="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709160" y="3593592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#19000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7680960" y="2743200"/>
            <a:ext cx="1463040" cy="914400"/>
          </a:xfrm>
          <a:prstGeom prst="line">
            <a:avLst/>
          </a:prstGeom>
          <a:ln w="1524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680960" y="3657600"/>
            <a:ext cx="1463040" cy="1463040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20040" y="6473952"/>
            <a:ext cx="34747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Malgun Gothic"/>
              </a:rPr>
              <a:t>※ 원본 이미지를 바탕으로 재구성한 편집용 도형 슬라이드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464646"/>
                </a:solidFill>
                <a:latin typeface="Malgun Gothic"/>
              </a:rPr>
              <a:t>WEB/WAS 시스템 구성도(단말배포 개발)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87878"/>
                </a:solidFill>
                <a:latin typeface="Malgun Gothic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56032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Malgun Gothic"/>
              </a:rPr>
              <a:t>* 엔진계정명:
WAS : tomcatimxd
WEB : apacheimxd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0"/>
            <a:ext cx="2743200" cy="201168"/>
          </a:xfrm>
          <a:prstGeom prst="rect">
            <a:avLst/>
          </a:prstGeom>
          <a:solidFill>
            <a:srgbClr val="B8D7F2"/>
          </a:solidFill>
          <a:ln>
            <a:solidFill>
              <a:srgbClr val="B8D7F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내부망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14400"/>
            <a:ext cx="5760720" cy="201168"/>
          </a:xfrm>
          <a:prstGeom prst="rect">
            <a:avLst/>
          </a:prstGeom>
          <a:solidFill>
            <a:srgbClr val="B8D7F2"/>
          </a:solidFill>
          <a:ln>
            <a:solidFill>
              <a:srgbClr val="B8D7F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내부망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776472"/>
            <a:ext cx="384048" cy="310896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94560"/>
            <a:ext cx="411480" cy="3474720"/>
          </a:xfrm>
          <a:prstGeom prst="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내부망
L4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4088" y="0"/>
            <a:ext cx="164592" cy="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514600" y="2331720"/>
            <a:ext cx="164592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32888" y="2359152"/>
            <a:ext cx="164592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sbimxdltwb01
(19.88.120.177)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533095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단말배포
WEB #1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3703320"/>
            <a:ext cx="868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2331720"/>
            <a:ext cx="20116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87568" y="2359152"/>
            <a:ext cx="20116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sbimxdltws01
(19.88.120.178)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533095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단말배포
WAS #1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2834640"/>
            <a:ext cx="1371600" cy="2423160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62472" y="3154680"/>
            <a:ext cx="1225296" cy="200253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(imxd01 : 단말배포)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2011680"/>
            <a:ext cx="1389888" cy="17373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0" y="2048256"/>
            <a:ext cx="1389888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45168" y="2423160"/>
            <a:ext cx="987552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798064"/>
            <a:ext cx="1298448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#1
sbrdcoxtdb01
(19.120.120.110, 1531)
SBRDCOTP1, IMXD_APP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4389120"/>
            <a:ext cx="1389888" cy="17373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4425696"/>
            <a:ext cx="1389888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45168" y="4800600"/>
            <a:ext cx="987552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5175504"/>
            <a:ext cx="1298448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#2
sbrdcoxtdb02
(19.120.120.113, 1531)
SBRDCOTP2, IMXD_APP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1280160" y="3703320"/>
            <a:ext cx="1234440" cy="18288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783080" y="3593592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160520" y="3703320"/>
            <a:ext cx="1508760" cy="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709160" y="3593592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#19000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7680960" y="2743200"/>
            <a:ext cx="1463040" cy="914400"/>
          </a:xfrm>
          <a:prstGeom prst="line">
            <a:avLst/>
          </a:prstGeom>
          <a:ln w="1524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680960" y="3657600"/>
            <a:ext cx="1463040" cy="1463040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20040" y="6473952"/>
            <a:ext cx="34747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Malgun Gothic"/>
              </a:rPr>
              <a:t>※ 원본 이미지를 바탕으로 재구성한 편집용 도형 슬라이드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464646"/>
                </a:solidFill>
                <a:latin typeface="Malgun Gothic"/>
              </a:rPr>
              <a:t>WEB/WAS 시스템 구성도(보고서디자이너 개발)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87878"/>
                </a:solidFill>
                <a:latin typeface="Malgun Gothic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56032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Malgun Gothic"/>
              </a:rPr>
              <a:t>* 엔진계정명:
WAS : tomcatimrd
WEB : apacheimrd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0"/>
            <a:ext cx="2743200" cy="201168"/>
          </a:xfrm>
          <a:prstGeom prst="rect">
            <a:avLst/>
          </a:prstGeom>
          <a:solidFill>
            <a:srgbClr val="B8D7F2"/>
          </a:solidFill>
          <a:ln>
            <a:solidFill>
              <a:srgbClr val="B8D7F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내부망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14400"/>
            <a:ext cx="5760720" cy="201168"/>
          </a:xfrm>
          <a:prstGeom prst="rect">
            <a:avLst/>
          </a:prstGeom>
          <a:solidFill>
            <a:srgbClr val="B8D7F2"/>
          </a:solidFill>
          <a:ln>
            <a:solidFill>
              <a:srgbClr val="B8D7F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내부망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776472"/>
            <a:ext cx="384048" cy="310896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94560"/>
            <a:ext cx="411480" cy="3474720"/>
          </a:xfrm>
          <a:prstGeom prst="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내부망
L4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4088" y="0"/>
            <a:ext cx="164592" cy="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40680" y="2331720"/>
            <a:ext cx="237744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58968" y="2359152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sbimrdltws01
(19.88.120.178)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542239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보고서디자이너 WEB/WAS #1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2834640"/>
            <a:ext cx="914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3657600"/>
            <a:ext cx="123444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8192" y="3977640"/>
            <a:ext cx="1088136" cy="72237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(imrd01 : 보고서디자이너)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280160" y="3063240"/>
            <a:ext cx="4160520" cy="73152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66160" y="365760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00000"/>
                </a:solidFill>
                <a:latin typeface="Malgun Gothic"/>
              </a:rPr>
              <a:t>#9000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2194560"/>
            <a:ext cx="132588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60" y="2231136"/>
            <a:ext cx="1325880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82328" y="2606040"/>
            <a:ext cx="923544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980944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#1
sbrdcoxtdb01
(19.120.120.110, 1531)
SBRDCOTP1, IMRD_APP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60" y="4572000"/>
            <a:ext cx="132588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81160" y="4608576"/>
            <a:ext cx="1325880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82328" y="4983480"/>
            <a:ext cx="923544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5358384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#2
sbrdcoxtdb02
(19.120.120.113, 1531)
SBRDCOTP2, IMRD_APP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7818120" y="2926080"/>
            <a:ext cx="1463040" cy="1325880"/>
          </a:xfrm>
          <a:prstGeom prst="line">
            <a:avLst/>
          </a:prstGeom>
          <a:ln w="1524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18120" y="4389120"/>
            <a:ext cx="1463040" cy="914400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20040" y="6473952"/>
            <a:ext cx="34747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Malgun Gothic"/>
              </a:rPr>
              <a:t>※ 원본 이미지를 바탕으로 재구성한 편집용 도형 슬라이드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464646"/>
                </a:solidFill>
                <a:latin typeface="Malgun Gothic"/>
              </a:rPr>
              <a:t>WEB/WAS 시스템 구성도(마케팅플랫폼 운영)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87878"/>
                </a:solidFill>
                <a:latin typeface="Malgun Gothic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56032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Malgun Gothic"/>
              </a:rPr>
              <a:t>* 엔진계정명:
WAS : tomcatmpco
WEB : apachempco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0"/>
            <a:ext cx="6126480" cy="201168"/>
          </a:xfrm>
          <a:prstGeom prst="rect">
            <a:avLst/>
          </a:prstGeom>
          <a:solidFill>
            <a:srgbClr val="B8D7F2"/>
          </a:solidFill>
          <a:ln>
            <a:solidFill>
              <a:srgbClr val="B8D7F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내부망(의왕)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730752"/>
            <a:ext cx="6126480" cy="201168"/>
          </a:xfrm>
          <a:prstGeom prst="rect">
            <a:avLst/>
          </a:prstGeom>
          <a:solidFill>
            <a:srgbClr val="B8D7F2"/>
          </a:solidFill>
          <a:ln>
            <a:solidFill>
              <a:srgbClr val="B8D7F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내부망(안성)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473452"/>
            <a:ext cx="384048" cy="310896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965960"/>
            <a:ext cx="411480" cy="1325880"/>
          </a:xfrm>
          <a:prstGeom prst="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내부망
L4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4088" y="0"/>
            <a:ext cx="164592" cy="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20040" y="5216652"/>
            <a:ext cx="384048" cy="310896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709160"/>
            <a:ext cx="411480" cy="1325880"/>
          </a:xfrm>
          <a:prstGeom prst="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내부망
L4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0"/>
            <a:ext cx="164592" cy="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423160" y="1920240"/>
            <a:ext cx="1325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41448" y="194767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sbmpcolowb01
(TBD)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54203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마케팅플랫폼
WEB #1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42616" y="2221992"/>
            <a:ext cx="886968" cy="384048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280160" y="2423160"/>
            <a:ext cx="1143000" cy="22860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783080" y="224028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71800"/>
            <a:ext cx="1325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41448" y="299923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sbmpcolowb02
(TBD)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59359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마케팅플랫폼
WEB #2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42616" y="3273552"/>
            <a:ext cx="886968" cy="384048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80160" y="2651760"/>
            <a:ext cx="1143000" cy="82296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783080" y="329184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1874519"/>
            <a:ext cx="17830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13248" y="1901951"/>
            <a:ext cx="17830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sbmpcolows01
(TBD)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2633471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마케팅플랫폼
WAS #1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59552" y="2148839"/>
            <a:ext cx="1417320" cy="621792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32704" y="2468879"/>
            <a:ext cx="1271016" cy="822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(mpco01 : 마케팅플랫폼 공통)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32704" y="2587751"/>
            <a:ext cx="1271016" cy="822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#2
(mpui01 : 마케팅플랫폼 화면)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3749040" y="2377439"/>
            <a:ext cx="1645920" cy="1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0" y="2167127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94960" y="3063239"/>
            <a:ext cx="17830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13248" y="3090671"/>
            <a:ext cx="17830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sbmpcolows02
(TBD)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3822191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마케팅플랫폼
WAS #2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59552" y="3337559"/>
            <a:ext cx="1417320" cy="621792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32704" y="3657599"/>
            <a:ext cx="1271016" cy="822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(mpco01 : 마케팅플랫폼 공통)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32704" y="3776471"/>
            <a:ext cx="1271016" cy="822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#2
(mpui01 : 마케팅플랫폼 화면)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749040" y="2880360"/>
            <a:ext cx="1645920" cy="685799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72000" y="3355847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#19001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1783080"/>
            <a:ext cx="137160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0" y="1819656"/>
            <a:ext cx="1371600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45168" y="2194560"/>
            <a:ext cx="969264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2569464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#1
sbrdcoxodb01
(19.105.2.76, 15310)
SBRDCOOP1, MPCO_APP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0" y="3566160"/>
            <a:ext cx="137160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44000" y="3602736"/>
            <a:ext cx="1371600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45168" y="3977640"/>
            <a:ext cx="969264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9720" y="4352544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#2
sbrdcoxodb02
(19.105.2.79, 15310)
SBRDCOOP2, MPCO_APP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178040" y="2423160"/>
            <a:ext cx="1965960" cy="45720"/>
          </a:xfrm>
          <a:prstGeom prst="line">
            <a:avLst/>
          </a:prstGeom>
          <a:ln w="1524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178040" y="2971800"/>
            <a:ext cx="1965960" cy="1188720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178040" y="2468880"/>
            <a:ext cx="1965960" cy="1188720"/>
          </a:xfrm>
          <a:prstGeom prst="line">
            <a:avLst/>
          </a:prstGeom>
          <a:ln w="1524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178040" y="3749039"/>
            <a:ext cx="1965960" cy="411481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2423160" y="4709160"/>
            <a:ext cx="1325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441448" y="473659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sbmpcolowb51
(TBD)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23160" y="533095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마케팅플랫폼
WEB #51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42616" y="5010912"/>
            <a:ext cx="886968" cy="384048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1280160" y="5212080"/>
            <a:ext cx="1143000" cy="22860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783080" y="502920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23160" y="5760720"/>
            <a:ext cx="1325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441448" y="578815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sbmpcolowb52
(TBD)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23160" y="638251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마케팅플랫폼
WEB #52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42616" y="6062472"/>
            <a:ext cx="886968" cy="384048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280160" y="5440680"/>
            <a:ext cx="1143000" cy="82296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783080" y="608076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94960" y="4663440"/>
            <a:ext cx="17830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413248" y="4690872"/>
            <a:ext cx="17830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sbmpcolows51
(TBD)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94960" y="5422392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마케팅플랫폼
WAS #51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59552" y="4937760"/>
            <a:ext cx="1417320" cy="621792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32704" y="5257800"/>
            <a:ext cx="1271016" cy="822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(mpco01 : 마케팅플랫폼 공통)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32704" y="5376672"/>
            <a:ext cx="1271016" cy="822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#2
(mpui01 : 마케팅플랫폼 화면)</a:t>
            </a:r>
          </a:p>
        </p:txBody>
      </p:sp>
      <p:cxnSp>
        <p:nvCxnSpPr>
          <p:cNvPr id="71" name="Connector 70"/>
          <p:cNvCxnSpPr/>
          <p:nvPr/>
        </p:nvCxnSpPr>
        <p:spPr>
          <a:xfrm flipV="1">
            <a:off x="3749040" y="5166360"/>
            <a:ext cx="1645920" cy="4572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4572000" y="4956048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94960" y="5852160"/>
            <a:ext cx="17830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413248" y="5879592"/>
            <a:ext cx="17830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sbmpcolows52
(TBD)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94960" y="6611112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마케팅플랫폼
WAS #52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559552" y="6126480"/>
            <a:ext cx="1417320" cy="621792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32704" y="6446520"/>
            <a:ext cx="1271016" cy="822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(mpco01 : 마케팅플랫폼 공통)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32704" y="6565392"/>
            <a:ext cx="1271016" cy="822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#2
(mpui01 : 마케팅플랫폼 화면)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3749040" y="5715000"/>
            <a:ext cx="1645920" cy="64008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4572000" y="6144768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#19001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823960" y="4617720"/>
            <a:ext cx="182880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5B9BD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915400" y="4663440"/>
            <a:ext cx="14630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915400" y="4700016"/>
            <a:ext cx="1463040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116568" y="5074920"/>
            <a:ext cx="1060704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61120" y="5449824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#51
sbrdcoxodb51
(19.233.0.90, 15310)
SBRDCOOP1, MPCO_APP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15400" y="5486400"/>
            <a:ext cx="14630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915400" y="5522976"/>
            <a:ext cx="1463040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16568" y="5897880"/>
            <a:ext cx="1060704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61120" y="6272784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#52
sbrdcoxodb52
(19.233.0.94, 15310)
SBRDCOOP2, MPCO_APP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305288" y="5367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787878"/>
                </a:solidFill>
                <a:latin typeface="Malgun Gothic"/>
              </a:rPr>
              <a:t>standby</a:t>
            </a:r>
          </a:p>
        </p:txBody>
      </p:sp>
      <p:cxnSp>
        <p:nvCxnSpPr>
          <p:cNvPr id="91" name="Connector 90"/>
          <p:cNvCxnSpPr/>
          <p:nvPr/>
        </p:nvCxnSpPr>
        <p:spPr>
          <a:xfrm flipV="1">
            <a:off x="7178040" y="4937760"/>
            <a:ext cx="1737360" cy="274320"/>
          </a:xfrm>
          <a:prstGeom prst="line">
            <a:avLst/>
          </a:prstGeom>
          <a:ln w="1524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7178040" y="5760720"/>
            <a:ext cx="1737360" cy="45720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320040" y="6473952"/>
            <a:ext cx="34747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Malgun Gothic"/>
              </a:rPr>
              <a:t>※ 원본 이미지를 바탕으로 재구성한 편집용 도형 슬라이드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464646"/>
                </a:solidFill>
                <a:latin typeface="Malgun Gothic"/>
              </a:rPr>
              <a:t>WEB/WAS 시스템 구성도(미니싱글뷰 운영)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87878"/>
                </a:solidFill>
                <a:latin typeface="Malgun Gothic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56032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Malgun Gothic"/>
              </a:rPr>
              <a:t>* 엔진계정명:
WAS : tomcatmpms
WEB : apachempms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0"/>
            <a:ext cx="6126480" cy="201168"/>
          </a:xfrm>
          <a:prstGeom prst="rect">
            <a:avLst/>
          </a:prstGeom>
          <a:solidFill>
            <a:srgbClr val="B8D7F2"/>
          </a:solidFill>
          <a:ln>
            <a:solidFill>
              <a:srgbClr val="B8D7F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내부망(의왕)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730752"/>
            <a:ext cx="6126480" cy="201168"/>
          </a:xfrm>
          <a:prstGeom prst="rect">
            <a:avLst/>
          </a:prstGeom>
          <a:solidFill>
            <a:srgbClr val="B8D7F2"/>
          </a:solidFill>
          <a:ln>
            <a:solidFill>
              <a:srgbClr val="B8D7F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내부망(안성)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473452"/>
            <a:ext cx="384048" cy="310896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965960"/>
            <a:ext cx="411480" cy="1325880"/>
          </a:xfrm>
          <a:prstGeom prst="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내부망
L4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4088" y="0"/>
            <a:ext cx="164592" cy="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20040" y="5216652"/>
            <a:ext cx="384048" cy="310896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709160"/>
            <a:ext cx="411480" cy="1325880"/>
          </a:xfrm>
          <a:prstGeom prst="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내부망
L4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0"/>
            <a:ext cx="164592" cy="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423160" y="1920240"/>
            <a:ext cx="1325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41448" y="194767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sbmpmslowb01
(TBD)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54203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미니싱글뷰
WEB #1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42616" y="2221992"/>
            <a:ext cx="886968" cy="384048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280160" y="2423160"/>
            <a:ext cx="1143000" cy="22860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783080" y="224028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71800"/>
            <a:ext cx="1325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41448" y="299923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sbmpmslowb02
(TBD)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59359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미니싱글뷰
WEB #2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42616" y="3273552"/>
            <a:ext cx="886968" cy="384048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80160" y="2651760"/>
            <a:ext cx="1143000" cy="82296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783080" y="329184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1874519"/>
            <a:ext cx="17830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13248" y="1901951"/>
            <a:ext cx="17830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sbmpmslows01
(TBD)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2633471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미니싱글뷰
WAS #1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59552" y="2148839"/>
            <a:ext cx="1417320" cy="621792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32704" y="2468879"/>
            <a:ext cx="1271016" cy="822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(mpms01 : 미니싱글뷰 공통)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32704" y="2587751"/>
            <a:ext cx="1271016" cy="822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#2
(mpmu01 : 미니싱글뷰 화면)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3749040" y="2377439"/>
            <a:ext cx="1645920" cy="1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0" y="2167127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94960" y="3063239"/>
            <a:ext cx="17830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13248" y="3090671"/>
            <a:ext cx="17830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sbmpmslows02
(TBD)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3822191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미니싱글뷰
WAS #2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59552" y="3337559"/>
            <a:ext cx="1417320" cy="621792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32704" y="3657599"/>
            <a:ext cx="1271016" cy="822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(mpms01 : 미니싱글뷰 공통)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32704" y="3776471"/>
            <a:ext cx="1271016" cy="822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#2
(mpmu01 : 미니싱글뷰 화면)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749040" y="2880360"/>
            <a:ext cx="1645920" cy="685799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72000" y="3355847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#19001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1783080"/>
            <a:ext cx="137160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0" y="1819656"/>
            <a:ext cx="1371600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45168" y="2194560"/>
            <a:ext cx="969264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2569464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#1
sbrdcoxodb01
(19.105.2.76, 15310)
SBRDCOOP1, MPMS_APP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0" y="3566160"/>
            <a:ext cx="137160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44000" y="3602736"/>
            <a:ext cx="1371600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45168" y="3977640"/>
            <a:ext cx="969264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9720" y="4352544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#2
sbrdcoxodb02
(19.105.2.79, 15310)
SBRDCOOP2, MPMS_APP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178040" y="2423160"/>
            <a:ext cx="1965960" cy="45720"/>
          </a:xfrm>
          <a:prstGeom prst="line">
            <a:avLst/>
          </a:prstGeom>
          <a:ln w="1524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178040" y="2971800"/>
            <a:ext cx="1965960" cy="1188720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178040" y="2468880"/>
            <a:ext cx="1965960" cy="1188720"/>
          </a:xfrm>
          <a:prstGeom prst="line">
            <a:avLst/>
          </a:prstGeom>
          <a:ln w="1524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178040" y="3749039"/>
            <a:ext cx="1965960" cy="411481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2423160" y="4709160"/>
            <a:ext cx="1325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441448" y="473659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sbmpmslowb51
(TBD)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23160" y="533095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미니싱글뷰
WEB #51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42616" y="5010912"/>
            <a:ext cx="886968" cy="384048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1280160" y="5212080"/>
            <a:ext cx="1143000" cy="22860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783080" y="502920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23160" y="5760720"/>
            <a:ext cx="1325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441448" y="578815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sbmpmslowb52
(TBD)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23160" y="638251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미니싱글뷰
WEB #52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42616" y="6062472"/>
            <a:ext cx="886968" cy="384048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280160" y="5440680"/>
            <a:ext cx="1143000" cy="82296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783080" y="608076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94960" y="4663440"/>
            <a:ext cx="17830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413248" y="4690872"/>
            <a:ext cx="17830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sbmpmslows51
(TBD)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94960" y="5422392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미니싱글뷰
WAS #51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59552" y="4937760"/>
            <a:ext cx="1417320" cy="621792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32704" y="5257800"/>
            <a:ext cx="1271016" cy="822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(mpms01 : 미니싱글뷰 공통)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32704" y="5376672"/>
            <a:ext cx="1271016" cy="822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#2
(mpmu01 : 미니싱글뷰 화면)</a:t>
            </a:r>
          </a:p>
        </p:txBody>
      </p:sp>
      <p:cxnSp>
        <p:nvCxnSpPr>
          <p:cNvPr id="71" name="Connector 70"/>
          <p:cNvCxnSpPr/>
          <p:nvPr/>
        </p:nvCxnSpPr>
        <p:spPr>
          <a:xfrm flipV="1">
            <a:off x="3749040" y="5166360"/>
            <a:ext cx="1645920" cy="4572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4572000" y="4956048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94960" y="5852160"/>
            <a:ext cx="17830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413248" y="5879592"/>
            <a:ext cx="17830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sbmpmslows52
(TBD)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94960" y="6611112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미니싱글뷰
WAS #52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559552" y="6126480"/>
            <a:ext cx="1417320" cy="621792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32704" y="6446520"/>
            <a:ext cx="1271016" cy="822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(mpms01 : 미니싱글뷰 공통)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32704" y="6565392"/>
            <a:ext cx="1271016" cy="822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#2
(mpmu01 : 미니싱글뷰 화면)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3749040" y="5715000"/>
            <a:ext cx="1645920" cy="64008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4572000" y="6144768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#19001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823960" y="4617720"/>
            <a:ext cx="182880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5B9BD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915400" y="4663440"/>
            <a:ext cx="14630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915400" y="4700016"/>
            <a:ext cx="1463040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116568" y="5074920"/>
            <a:ext cx="1060704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61120" y="5449824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#51
sbrdcoxodb51
(19.233.0.90, 15310)
SBRDCOOP1, MPMS_APP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15400" y="5486400"/>
            <a:ext cx="14630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915400" y="5522976"/>
            <a:ext cx="1463040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16568" y="5897880"/>
            <a:ext cx="1060704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61120" y="6272784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#52
sbrdcoxodb52
(19.233.0.94, 15310)
SBRDCOOP2, MPMS_APP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305288" y="5367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787878"/>
                </a:solidFill>
                <a:latin typeface="Malgun Gothic"/>
              </a:rPr>
              <a:t>standby</a:t>
            </a:r>
          </a:p>
        </p:txBody>
      </p:sp>
      <p:cxnSp>
        <p:nvCxnSpPr>
          <p:cNvPr id="91" name="Connector 90"/>
          <p:cNvCxnSpPr/>
          <p:nvPr/>
        </p:nvCxnSpPr>
        <p:spPr>
          <a:xfrm flipV="1">
            <a:off x="7178040" y="4937760"/>
            <a:ext cx="1737360" cy="274320"/>
          </a:xfrm>
          <a:prstGeom prst="line">
            <a:avLst/>
          </a:prstGeom>
          <a:ln w="1524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7178040" y="5760720"/>
            <a:ext cx="1737360" cy="45720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320040" y="6473952"/>
            <a:ext cx="34747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Malgun Gothic"/>
              </a:rPr>
              <a:t>※ 원본 이미지를 바탕으로 재구성한 편집용 도형 슬라이드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464646"/>
                </a:solidFill>
                <a:latin typeface="Malgun Gothic"/>
              </a:rPr>
              <a:t>WEB/WAS 시스템 구성도(BI포탈 운영)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87878"/>
                </a:solidFill>
                <a:latin typeface="Malgun Gothic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56032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Malgun Gothic"/>
              </a:rPr>
              <a:t>* 엔진계정명:
WAS : tomcatbipt
WEB : apachebipt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0"/>
            <a:ext cx="6126480" cy="201168"/>
          </a:xfrm>
          <a:prstGeom prst="rect">
            <a:avLst/>
          </a:prstGeom>
          <a:solidFill>
            <a:srgbClr val="B8D7F2"/>
          </a:solidFill>
          <a:ln>
            <a:solidFill>
              <a:srgbClr val="B8D7F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내부망(의왕)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473452"/>
            <a:ext cx="384048" cy="310896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965960"/>
            <a:ext cx="411480" cy="1325880"/>
          </a:xfrm>
          <a:prstGeom prst="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내부망
L4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04088" y="0"/>
            <a:ext cx="164592" cy="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423160" y="1920240"/>
            <a:ext cx="1325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41448" y="194767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sbbiptlowb01
(TBD)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54203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BI포탈
WEB #1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42616" y="2221992"/>
            <a:ext cx="886968" cy="384048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280160" y="2423160"/>
            <a:ext cx="1143000" cy="22860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783080" y="224028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971800"/>
            <a:ext cx="1325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41448" y="299923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sbbiptlowb02
(TBD)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359359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BI포탈
WEB #2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42616" y="3273552"/>
            <a:ext cx="886968" cy="384048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80160" y="2651760"/>
            <a:ext cx="1143000" cy="82296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783080" y="329184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1874519"/>
            <a:ext cx="17830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13248" y="1901951"/>
            <a:ext cx="17830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sbbiptlows01
(TBD)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2633471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BI포탈
WAS #1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59552" y="2148839"/>
            <a:ext cx="1417320" cy="621792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32704" y="2468879"/>
            <a:ext cx="1271016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(bipt01 : BI포탈)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3749040" y="2377439"/>
            <a:ext cx="1645920" cy="1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0" y="2167127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94960" y="3063239"/>
            <a:ext cx="17830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13248" y="3090671"/>
            <a:ext cx="17830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sbbiptlows02
(TBD)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3822191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BI포탈
WAS #2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59552" y="3337559"/>
            <a:ext cx="1417320" cy="621792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32704" y="3657599"/>
            <a:ext cx="1271016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(bipt01 : BI포탈)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749040" y="2880360"/>
            <a:ext cx="1645920" cy="685799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72000" y="3355847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#19001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1783080"/>
            <a:ext cx="137160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0" y="1819656"/>
            <a:ext cx="1371600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45168" y="2194560"/>
            <a:ext cx="969264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2569464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정보계ADW
Exadata #1
sbadcoxodb01
(TBD)
SBADCOOP1, BIPT_APP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566160"/>
            <a:ext cx="137160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0" y="3602736"/>
            <a:ext cx="1371600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45168" y="3977640"/>
            <a:ext cx="969264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4352544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정보계ADW
Exadata #2
sbadcoxodb02
(TBD)
SBADCOOP2, BIPT_APP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178040" y="2423160"/>
            <a:ext cx="1965960" cy="45720"/>
          </a:xfrm>
          <a:prstGeom prst="line">
            <a:avLst/>
          </a:prstGeom>
          <a:ln w="1524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178040" y="2971800"/>
            <a:ext cx="1965960" cy="1188720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178040" y="2468880"/>
            <a:ext cx="1965960" cy="1188720"/>
          </a:xfrm>
          <a:prstGeom prst="line">
            <a:avLst/>
          </a:prstGeom>
          <a:ln w="1524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178040" y="3749039"/>
            <a:ext cx="1965960" cy="411481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20040" y="6473952"/>
            <a:ext cx="34747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Malgun Gothic"/>
              </a:rPr>
              <a:t>※ 원본 이미지를 바탕으로 재구성한 편집용 도형 슬라이드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464646"/>
                </a:solidFill>
                <a:latin typeface="Malgun Gothic"/>
              </a:rPr>
              <a:t>WEB/WAS 시스템 구성도(신용실적 운영)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87878"/>
                </a:solidFill>
                <a:latin typeface="Malgun Gothic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56032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Malgun Gothic"/>
              </a:rPr>
              <a:t>* 엔진계정명:
WAS : tomcatbicr
WEB : apachebicr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0"/>
            <a:ext cx="6126480" cy="201168"/>
          </a:xfrm>
          <a:prstGeom prst="rect">
            <a:avLst/>
          </a:prstGeom>
          <a:solidFill>
            <a:srgbClr val="B8D7F2"/>
          </a:solidFill>
          <a:ln>
            <a:solidFill>
              <a:srgbClr val="B8D7F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내부망(의왕)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473452"/>
            <a:ext cx="384048" cy="310896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965960"/>
            <a:ext cx="411480" cy="1325880"/>
          </a:xfrm>
          <a:prstGeom prst="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내부망
L4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04088" y="0"/>
            <a:ext cx="164592" cy="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423160" y="1920240"/>
            <a:ext cx="1325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41448" y="194767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sbbicrlowb01
(TBD)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54203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신용실적
WEB #1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42616" y="2221992"/>
            <a:ext cx="886968" cy="384048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280160" y="2423160"/>
            <a:ext cx="1143000" cy="22860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783080" y="224028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971800"/>
            <a:ext cx="1325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41448" y="299923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sbbicrlowb02
(TBD)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359359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신용실적
WEB #2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42616" y="3273552"/>
            <a:ext cx="886968" cy="384048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80160" y="2651760"/>
            <a:ext cx="1143000" cy="82296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783080" y="329184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1874519"/>
            <a:ext cx="17830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13248" y="1901951"/>
            <a:ext cx="17830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sbbicrlows01
(TBD)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2633471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신용실적
WAS #1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59552" y="2148839"/>
            <a:ext cx="1417320" cy="621792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32704" y="2468879"/>
            <a:ext cx="1271016" cy="822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(bicr01 : 신용실적)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2704" y="2587751"/>
            <a:ext cx="1271016" cy="822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#2
(biui01 : 신용실적 화면)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3749040" y="2377439"/>
            <a:ext cx="1645920" cy="1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0" y="2167127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94960" y="3063239"/>
            <a:ext cx="17830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13248" y="3090671"/>
            <a:ext cx="17830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sbbicrlows02
(TBD)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3822191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신용실적
WAS #2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59552" y="3337559"/>
            <a:ext cx="1417320" cy="621792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32704" y="3657599"/>
            <a:ext cx="1271016" cy="822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(bicr01 : 신용실적)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32704" y="3776471"/>
            <a:ext cx="1271016" cy="822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#2
(biui01 : 신용실적 화면)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749040" y="2880360"/>
            <a:ext cx="1645920" cy="685799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72000" y="3355847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#19001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1783080"/>
            <a:ext cx="137160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0" y="1819656"/>
            <a:ext cx="1371600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45168" y="2194560"/>
            <a:ext cx="969264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2569464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정보계ADW
Exadata #1
sbadcoxodb01
(TBD)
SBADCOOP1, BICR_APP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566160"/>
            <a:ext cx="137160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0" y="3602736"/>
            <a:ext cx="1371600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45168" y="3977640"/>
            <a:ext cx="969264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4352544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정보계ADW
Exadata #2
sbadcoxodb02
(TBD)
SBADCOOP2, BICR_APP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178040" y="2423160"/>
            <a:ext cx="1965960" cy="45720"/>
          </a:xfrm>
          <a:prstGeom prst="line">
            <a:avLst/>
          </a:prstGeom>
          <a:ln w="1524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178040" y="2971800"/>
            <a:ext cx="1965960" cy="1188720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178040" y="2468880"/>
            <a:ext cx="1965960" cy="1188720"/>
          </a:xfrm>
          <a:prstGeom prst="line">
            <a:avLst/>
          </a:prstGeom>
          <a:ln w="1524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178040" y="3749039"/>
            <a:ext cx="1965960" cy="411481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20040" y="6473952"/>
            <a:ext cx="34747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Malgun Gothic"/>
              </a:rPr>
              <a:t>※ 원본 이미지를 바탕으로 재구성한 편집용 도형 슬라이드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464646"/>
                </a:solidFill>
                <a:latin typeface="Malgun Gothic"/>
              </a:rPr>
              <a:t>WEB/WAS 시스템 구성도(OLAP 운영)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87878"/>
                </a:solidFill>
                <a:latin typeface="Malgun Gothic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56032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Malgun Gothic"/>
              </a:rPr>
              <a:t>* 엔진계정명:
WAS : tomcatbioa
WEB : apachebioa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0"/>
            <a:ext cx="6126480" cy="201168"/>
          </a:xfrm>
          <a:prstGeom prst="rect">
            <a:avLst/>
          </a:prstGeom>
          <a:solidFill>
            <a:srgbClr val="B8D7F2"/>
          </a:solidFill>
          <a:ln>
            <a:solidFill>
              <a:srgbClr val="B8D7F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내부망(의왕)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473452"/>
            <a:ext cx="384048" cy="310896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965960"/>
            <a:ext cx="411480" cy="1325880"/>
          </a:xfrm>
          <a:prstGeom prst="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내부망
L4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04088" y="0"/>
            <a:ext cx="164592" cy="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423160" y="1920240"/>
            <a:ext cx="1325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41448" y="194767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sbbioalowb01
(TBD)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54203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OLAP
WEB #1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42616" y="2221992"/>
            <a:ext cx="886968" cy="384048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280160" y="2423160"/>
            <a:ext cx="1143000" cy="22860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783080" y="224028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971800"/>
            <a:ext cx="1325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41448" y="299923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sbbioalowb02
(TBD)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359359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OLAP
WEB #2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42616" y="3273552"/>
            <a:ext cx="886968" cy="384048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80160" y="2651760"/>
            <a:ext cx="1143000" cy="82296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783080" y="329184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1874519"/>
            <a:ext cx="17830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13248" y="1901951"/>
            <a:ext cx="17830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sbbioalows01
(TBD)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2633471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OLAP
WAS #1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59552" y="2148839"/>
            <a:ext cx="1417320" cy="621792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32704" y="2468879"/>
            <a:ext cx="1271016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(bioa01 : OLAP)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3749040" y="2377439"/>
            <a:ext cx="1645920" cy="1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0" y="2167127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94960" y="3063239"/>
            <a:ext cx="17830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13248" y="3090671"/>
            <a:ext cx="17830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sbbioalows02
(TBD)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3822191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OLAP
WAS #2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59552" y="3337559"/>
            <a:ext cx="1417320" cy="621792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32704" y="3657599"/>
            <a:ext cx="1271016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(bioa01 : OLAP)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749040" y="2880360"/>
            <a:ext cx="1645920" cy="685799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72000" y="3355847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#19001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1783080"/>
            <a:ext cx="137160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0" y="1819656"/>
            <a:ext cx="1371600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45168" y="2194560"/>
            <a:ext cx="969264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2569464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정보계ADW
Exadata #1
sbadcoxodb01
(TBD)
SBADCOOP1, BIOA_APP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566160"/>
            <a:ext cx="137160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0" y="3602736"/>
            <a:ext cx="1371600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45168" y="3977640"/>
            <a:ext cx="969264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4352544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정보계ADW
Exadata #2
sbadcoxodb02
(TBD)
SBADCOOP2, BIOA_APP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178040" y="2423160"/>
            <a:ext cx="1965960" cy="45720"/>
          </a:xfrm>
          <a:prstGeom prst="line">
            <a:avLst/>
          </a:prstGeom>
          <a:ln w="1524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178040" y="2971800"/>
            <a:ext cx="1965960" cy="1188720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178040" y="2468880"/>
            <a:ext cx="1965960" cy="1188720"/>
          </a:xfrm>
          <a:prstGeom prst="line">
            <a:avLst/>
          </a:prstGeom>
          <a:ln w="1524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178040" y="3749039"/>
            <a:ext cx="1965960" cy="411481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20040" y="6473952"/>
            <a:ext cx="34747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Malgun Gothic"/>
              </a:rPr>
              <a:t>※ 원본 이미지를 바탕으로 재구성한 편집용 도형 슬라이드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464646"/>
                </a:solidFill>
                <a:latin typeface="Malgun Gothic"/>
              </a:rPr>
              <a:t>WEB/WAS 시스템 구성도(단말관리 운영)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87878"/>
                </a:solidFill>
                <a:latin typeface="Malgun Gothic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56032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Malgun Gothic"/>
              </a:rPr>
              <a:t>* 엔진계정명:
WAS : tomcatimxm
WEB : apacheimxm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0"/>
            <a:ext cx="6126480" cy="201168"/>
          </a:xfrm>
          <a:prstGeom prst="rect">
            <a:avLst/>
          </a:prstGeom>
          <a:solidFill>
            <a:srgbClr val="B8D7F2"/>
          </a:solidFill>
          <a:ln>
            <a:solidFill>
              <a:srgbClr val="B8D7F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내부망(의왕)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730752"/>
            <a:ext cx="6126480" cy="201168"/>
          </a:xfrm>
          <a:prstGeom prst="rect">
            <a:avLst/>
          </a:prstGeom>
          <a:solidFill>
            <a:srgbClr val="B8D7F2"/>
          </a:solidFill>
          <a:ln>
            <a:solidFill>
              <a:srgbClr val="B8D7F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내부망(안성)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473452"/>
            <a:ext cx="384048" cy="310896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965960"/>
            <a:ext cx="411480" cy="1325880"/>
          </a:xfrm>
          <a:prstGeom prst="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내부망
L4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4088" y="0"/>
            <a:ext cx="164592" cy="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20040" y="5216652"/>
            <a:ext cx="384048" cy="310896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709160"/>
            <a:ext cx="411480" cy="1325880"/>
          </a:xfrm>
          <a:prstGeom prst="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내부망
L4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0"/>
            <a:ext cx="164592" cy="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423160" y="1920240"/>
            <a:ext cx="1325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41448" y="194767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sbimxmlowb01
(TBD)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54203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단말관리
WEB #1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42616" y="2221992"/>
            <a:ext cx="886968" cy="384048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280160" y="2423160"/>
            <a:ext cx="1143000" cy="22860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783080" y="224028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71800"/>
            <a:ext cx="1325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41448" y="299923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sbimxmlowb02
(TBD)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59359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단말관리
WEB #2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42616" y="3273552"/>
            <a:ext cx="886968" cy="384048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80160" y="2651760"/>
            <a:ext cx="1143000" cy="82296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783080" y="329184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1874519"/>
            <a:ext cx="17830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13248" y="1901951"/>
            <a:ext cx="17830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sbimxmlows01
(TBD)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2633471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단말관리
WAS #1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59552" y="2148839"/>
            <a:ext cx="1417320" cy="621792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32704" y="2468879"/>
            <a:ext cx="1271016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(imxm01 : 단말관리)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3749040" y="2377439"/>
            <a:ext cx="1645920" cy="1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0" y="2167127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94960" y="3063239"/>
            <a:ext cx="17830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13248" y="3090671"/>
            <a:ext cx="17830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sbimxmlows02
(TBD)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3822191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단말관리
WAS #2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59552" y="3337559"/>
            <a:ext cx="1417320" cy="621792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32704" y="3657599"/>
            <a:ext cx="1271016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(imxm01 : 단말관리)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749040" y="2880360"/>
            <a:ext cx="1645920" cy="685799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572000" y="3355847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#19001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1783080"/>
            <a:ext cx="137160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0" y="1819656"/>
            <a:ext cx="1371600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45168" y="2194560"/>
            <a:ext cx="969264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2569464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#1
sbrdcoxodb01
(19.105.2.76, 15310)
SBRDCOOP1, IMXM_APP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0" y="3566160"/>
            <a:ext cx="137160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44000" y="3602736"/>
            <a:ext cx="1371600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45168" y="3977640"/>
            <a:ext cx="969264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9720" y="4352544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#2
sbrdcoxodb02
(19.105.2.79, 15310)
SBRDCOOP2, IMXM_APP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178040" y="2423160"/>
            <a:ext cx="1965960" cy="45720"/>
          </a:xfrm>
          <a:prstGeom prst="line">
            <a:avLst/>
          </a:prstGeom>
          <a:ln w="1524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178040" y="2971800"/>
            <a:ext cx="1965960" cy="1188720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178040" y="2468880"/>
            <a:ext cx="1965960" cy="1188720"/>
          </a:xfrm>
          <a:prstGeom prst="line">
            <a:avLst/>
          </a:prstGeom>
          <a:ln w="1524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178040" y="3749039"/>
            <a:ext cx="1965960" cy="411481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2423160" y="4709160"/>
            <a:ext cx="1325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441448" y="473659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sbimxmlowb51
(TBD)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23160" y="533095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단말관리
WEB #51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42616" y="5010912"/>
            <a:ext cx="886968" cy="384048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1280160" y="5212080"/>
            <a:ext cx="1143000" cy="22860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783080" y="502920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23160" y="5760720"/>
            <a:ext cx="1325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441448" y="578815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sbimxmlowb52
(TBD)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23160" y="638251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단말관리
WEB #52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42616" y="6062472"/>
            <a:ext cx="886968" cy="384048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280160" y="5440680"/>
            <a:ext cx="1143000" cy="82296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783080" y="608076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394960" y="4663440"/>
            <a:ext cx="17830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413248" y="4690872"/>
            <a:ext cx="17830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sbimxmlows51
(TBD)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94960" y="5422392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단말관리
WAS #51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559552" y="4937760"/>
            <a:ext cx="1417320" cy="621792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32704" y="5257800"/>
            <a:ext cx="1271016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(imxm01 : 단말관리)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3749040" y="5166360"/>
            <a:ext cx="1645920" cy="4572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4572000" y="4956048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394960" y="5852160"/>
            <a:ext cx="17830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413248" y="5879592"/>
            <a:ext cx="17830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sbimxmlows52
(TBD)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94960" y="6611112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단말관리
WAS #52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59552" y="6126480"/>
            <a:ext cx="1417320" cy="621792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32704" y="6446520"/>
            <a:ext cx="1271016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(imxm01 : 단말관리)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3749040" y="5715000"/>
            <a:ext cx="1645920" cy="64008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4572000" y="6144768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#19001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23960" y="4617720"/>
            <a:ext cx="182880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5B9BD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915400" y="4663440"/>
            <a:ext cx="14630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915400" y="4700016"/>
            <a:ext cx="1463040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16568" y="5074920"/>
            <a:ext cx="1060704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61120" y="5449824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#51
sbrdcoxodb51
(19.233.0.90, 15310)
SBRDCOOP1, IMXM_APP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15400" y="5486400"/>
            <a:ext cx="14630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915400" y="5522976"/>
            <a:ext cx="1463040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116568" y="5897880"/>
            <a:ext cx="1060704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61120" y="6272784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#52
sbrdcoxodb52
(19.233.0.94, 15310)
SBRDCOOP2, IMXM_APP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305288" y="5367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787878"/>
                </a:solidFill>
                <a:latin typeface="Malgun Gothic"/>
              </a:rPr>
              <a:t>standby</a:t>
            </a:r>
          </a:p>
        </p:txBody>
      </p:sp>
      <p:cxnSp>
        <p:nvCxnSpPr>
          <p:cNvPr id="87" name="Connector 86"/>
          <p:cNvCxnSpPr/>
          <p:nvPr/>
        </p:nvCxnSpPr>
        <p:spPr>
          <a:xfrm flipV="1">
            <a:off x="7178040" y="4937760"/>
            <a:ext cx="1737360" cy="274320"/>
          </a:xfrm>
          <a:prstGeom prst="line">
            <a:avLst/>
          </a:prstGeom>
          <a:ln w="1524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7178040" y="5760720"/>
            <a:ext cx="1737360" cy="45720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320040" y="6473952"/>
            <a:ext cx="34747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Malgun Gothic"/>
              </a:rPr>
              <a:t>※ 원본 이미지를 바탕으로 재구성한 편집용 도형 슬라이드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464646"/>
                </a:solidFill>
                <a:latin typeface="Malgun Gothic"/>
              </a:rPr>
              <a:t>WEB/WAS 시스템 구성도(단말배포 운영)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87878"/>
                </a:solidFill>
                <a:latin typeface="Malgun Gothic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56032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Malgun Gothic"/>
              </a:rPr>
              <a:t>* 엔진계정명:
WAS : tomcatimxd
WEB : apacheimxd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0"/>
            <a:ext cx="6126480" cy="201168"/>
          </a:xfrm>
          <a:prstGeom prst="rect">
            <a:avLst/>
          </a:prstGeom>
          <a:solidFill>
            <a:srgbClr val="B8D7F2"/>
          </a:solidFill>
          <a:ln>
            <a:solidFill>
              <a:srgbClr val="B8D7F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내부망(의왕)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730752"/>
            <a:ext cx="6126480" cy="201168"/>
          </a:xfrm>
          <a:prstGeom prst="rect">
            <a:avLst/>
          </a:prstGeom>
          <a:solidFill>
            <a:srgbClr val="B8D7F2"/>
          </a:solidFill>
          <a:ln>
            <a:solidFill>
              <a:srgbClr val="B8D7F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내부망(안성)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473452"/>
            <a:ext cx="384048" cy="310896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965960"/>
            <a:ext cx="411480" cy="1325880"/>
          </a:xfrm>
          <a:prstGeom prst="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내부망
L4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4088" y="0"/>
            <a:ext cx="164592" cy="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20040" y="5216652"/>
            <a:ext cx="384048" cy="310896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709160"/>
            <a:ext cx="411480" cy="1325880"/>
          </a:xfrm>
          <a:prstGeom prst="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내부망
L4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0"/>
            <a:ext cx="164592" cy="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423160" y="1920240"/>
            <a:ext cx="1325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41448" y="194767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sbimxdlowb01
(TBD)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54203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단말배포
WEB #1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42616" y="2221992"/>
            <a:ext cx="886968" cy="384048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280160" y="2423160"/>
            <a:ext cx="1143000" cy="22860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783080" y="224028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71800"/>
            <a:ext cx="1325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41448" y="299923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sbimxdlowb06
(TBD)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59359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단말배포
WEB #6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42616" y="3273552"/>
            <a:ext cx="886968" cy="384048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80160" y="2651760"/>
            <a:ext cx="1143000" cy="82296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783080" y="329184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1874519"/>
            <a:ext cx="17830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13248" y="1901951"/>
            <a:ext cx="17830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sbimxdlows01
(TBD)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2633471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단말배포
WAS #1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59552" y="2148839"/>
            <a:ext cx="1417320" cy="621792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32704" y="2468879"/>
            <a:ext cx="1271016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(imxd01 : 단말배포)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3749040" y="2377439"/>
            <a:ext cx="1645920" cy="1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0" y="2167127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94960" y="3063239"/>
            <a:ext cx="17830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13248" y="3090671"/>
            <a:ext cx="17830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sbimxdlows06
(TBD)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3822191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단말배포
WAS #6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59552" y="3337559"/>
            <a:ext cx="1417320" cy="621792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32704" y="3657599"/>
            <a:ext cx="1271016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(imxd01 : 단말배포)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749040" y="2880360"/>
            <a:ext cx="1645920" cy="685799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572000" y="3355847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#19001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1783080"/>
            <a:ext cx="137160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0" y="1819656"/>
            <a:ext cx="1371600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45168" y="2194560"/>
            <a:ext cx="969264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2569464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#1
sbrdcoxodb01
(19.105.2.76, 15310)
SBRDCOOP1, IMXD_APP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0" y="3566160"/>
            <a:ext cx="137160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44000" y="3602736"/>
            <a:ext cx="1371600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45168" y="3977640"/>
            <a:ext cx="969264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9720" y="4352544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#2
sbrdcoxodb02
(19.105.2.79, 15310)
SBRDCOOP2, IMXD_APP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178040" y="2423160"/>
            <a:ext cx="1965960" cy="45720"/>
          </a:xfrm>
          <a:prstGeom prst="line">
            <a:avLst/>
          </a:prstGeom>
          <a:ln w="1524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178040" y="2971800"/>
            <a:ext cx="1965960" cy="1188720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178040" y="2468880"/>
            <a:ext cx="1965960" cy="1188720"/>
          </a:xfrm>
          <a:prstGeom prst="line">
            <a:avLst/>
          </a:prstGeom>
          <a:ln w="1524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178040" y="3749039"/>
            <a:ext cx="1965960" cy="411481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2423160" y="4709160"/>
            <a:ext cx="1325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441448" y="473659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sbimxdlowb51
(TBD)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23160" y="533095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단말배포
WEB #51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42616" y="5010912"/>
            <a:ext cx="886968" cy="384048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1280160" y="5212080"/>
            <a:ext cx="1143000" cy="22860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783080" y="502920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23160" y="5760720"/>
            <a:ext cx="1325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441448" y="578815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sbimxdlowb56
(TBD)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23160" y="638251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단말배포
WEB #56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42616" y="6062472"/>
            <a:ext cx="886968" cy="384048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280160" y="5440680"/>
            <a:ext cx="1143000" cy="82296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783080" y="608076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394960" y="4663440"/>
            <a:ext cx="17830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413248" y="4690872"/>
            <a:ext cx="17830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sbimxdlows51
(TBD)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94960" y="5422392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단말배포
WAS #51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559552" y="4937760"/>
            <a:ext cx="1417320" cy="621792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32704" y="5257800"/>
            <a:ext cx="1271016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(imxd01 : 단말배포)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3749040" y="5166360"/>
            <a:ext cx="1645920" cy="4572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4572000" y="4956048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394960" y="5852160"/>
            <a:ext cx="17830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413248" y="5879592"/>
            <a:ext cx="17830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sbimxdlows56
(TBD)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94960" y="6611112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단말배포
WAS #56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59552" y="6126480"/>
            <a:ext cx="1417320" cy="621792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32704" y="6446520"/>
            <a:ext cx="1271016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(imxd01 : 단말배포)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3749040" y="5715000"/>
            <a:ext cx="1645920" cy="64008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4572000" y="6144768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#19001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23960" y="4617720"/>
            <a:ext cx="182880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5B9BD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915400" y="4663440"/>
            <a:ext cx="14630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915400" y="4700016"/>
            <a:ext cx="1463040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16568" y="5074920"/>
            <a:ext cx="1060704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61120" y="5449824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#51
sbrdcoxodb51
(19.233.0.90, 15310)
SBRDCOOP1, IMXD_APP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15400" y="5486400"/>
            <a:ext cx="14630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915400" y="5522976"/>
            <a:ext cx="1463040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116568" y="5897880"/>
            <a:ext cx="1060704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61120" y="6272784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#52
sbrdcoxodb52
(19.233.0.94, 15310)
SBRDCOOP2, IMXD_APP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305288" y="5367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787878"/>
                </a:solidFill>
                <a:latin typeface="Malgun Gothic"/>
              </a:rPr>
              <a:t>standby</a:t>
            </a:r>
          </a:p>
        </p:txBody>
      </p:sp>
      <p:cxnSp>
        <p:nvCxnSpPr>
          <p:cNvPr id="87" name="Connector 86"/>
          <p:cNvCxnSpPr/>
          <p:nvPr/>
        </p:nvCxnSpPr>
        <p:spPr>
          <a:xfrm flipV="1">
            <a:off x="7178040" y="4937760"/>
            <a:ext cx="1737360" cy="274320"/>
          </a:xfrm>
          <a:prstGeom prst="line">
            <a:avLst/>
          </a:prstGeom>
          <a:ln w="1524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7178040" y="5760720"/>
            <a:ext cx="1737360" cy="45720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2926080" y="347472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646464"/>
                </a:solidFill>
                <a:latin typeface="Malgun Gothic"/>
              </a:rPr>
              <a:t>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72200" y="352044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646464"/>
                </a:solidFill>
                <a:latin typeface="Malgun Gothic"/>
              </a:rPr>
              <a:t>…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926080" y="630936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646464"/>
                </a:solidFill>
                <a:latin typeface="Malgun Gothic"/>
              </a:rPr>
              <a:t>…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172200" y="635508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646464"/>
                </a:solidFill>
                <a:latin typeface="Malgun Gothic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0040" y="6473952"/>
            <a:ext cx="34747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Malgun Gothic"/>
              </a:rPr>
              <a:t>※ 원본 이미지를 바탕으로 재구성한 편집용 도형 슬라이드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464646"/>
                </a:solidFill>
                <a:latin typeface="Malgun Gothic"/>
              </a:rPr>
              <a:t>WEB/WAS 시스템 구성도(보고서디자이너 운영)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87878"/>
                </a:solidFill>
                <a:latin typeface="Malgun Gothic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56032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Malgun Gothic"/>
              </a:rPr>
              <a:t>* 엔진계정명:
WAS : tomcatimrd
WEB : apacheimrd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0"/>
            <a:ext cx="1463040" cy="201168"/>
          </a:xfrm>
          <a:prstGeom prst="rect">
            <a:avLst/>
          </a:prstGeom>
          <a:solidFill>
            <a:srgbClr val="B8D7F2"/>
          </a:solidFill>
          <a:ln>
            <a:solidFill>
              <a:srgbClr val="B8D7F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내부망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914400"/>
            <a:ext cx="5943600" cy="201168"/>
          </a:xfrm>
          <a:prstGeom prst="rect">
            <a:avLst/>
          </a:prstGeom>
          <a:solidFill>
            <a:srgbClr val="B8D7F2"/>
          </a:solidFill>
          <a:ln>
            <a:solidFill>
              <a:srgbClr val="B8D7F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464646"/>
                </a:solidFill>
                <a:latin typeface="Malgun Gothic"/>
              </a:rPr>
              <a:t>내부망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730752"/>
            <a:ext cx="384048" cy="310896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94560"/>
            <a:ext cx="411480" cy="3383280"/>
          </a:xfrm>
          <a:prstGeom prst="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내부망
L4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4088" y="0"/>
            <a:ext cx="164592" cy="0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715000" y="2057400"/>
            <a:ext cx="178308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33288" y="2084832"/>
            <a:ext cx="17830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sbimrdlows01
(TBD)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3227832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보고서디자이너 WEB/WAS #1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2404872"/>
            <a:ext cx="8229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898648"/>
            <a:ext cx="1005840" cy="438912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218688"/>
            <a:ext cx="859536" cy="1828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(imrd01 :
보고서디자이너)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280160" y="2697480"/>
            <a:ext cx="4434840" cy="1051559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840480" y="2606040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3977640"/>
            <a:ext cx="178308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33288" y="4005072"/>
            <a:ext cx="17830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algun Gothic"/>
              </a:rPr>
              <a:t>sbimrdlows02
(TBD)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5148072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보고서디자이너 WEB/WAS #2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4325112"/>
            <a:ext cx="8229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000000"/>
                </a:solidFill>
                <a:latin typeface="Malgun Gothic"/>
              </a:rPr>
              <a:t>WEB
(Apache)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9048" y="4818888"/>
            <a:ext cx="1005840" cy="438912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WAS(tomcat)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5138928"/>
            <a:ext cx="859536" cy="1828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algun Gothic"/>
              </a:rPr>
              <a:t>Container #1
(imrd01 :
보고서디자이너)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280160" y="3749039"/>
            <a:ext cx="4434840" cy="868681"/>
          </a:xfrm>
          <a:prstGeom prst="line">
            <a:avLst/>
          </a:prstGeom>
          <a:ln w="15240">
            <a:solidFill>
              <a:srgbClr val="C4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840480" y="4526280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  <a:latin typeface="Malgun Gothic"/>
              </a:rPr>
              <a:t>서비스Port
#9000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2011680"/>
            <a:ext cx="132588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35440" y="2048256"/>
            <a:ext cx="1325880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36608" y="2423160"/>
            <a:ext cx="923544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798064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#1
sbrdcoxtdb01
(19.120.120.110, 1531)
SBRDCOTP1, IMRD_APP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4434840"/>
            <a:ext cx="132588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35440" y="4471416"/>
            <a:ext cx="1325880" cy="256032"/>
          </a:xfrm>
          <a:prstGeom prst="rect">
            <a:avLst/>
          </a:prstGeom>
          <a:solidFill>
            <a:srgbClr val="CFE2F3"/>
          </a:solidFill>
          <a:ln>
            <a:solidFill>
              <a:srgbClr val="CFE2F3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36608" y="4846320"/>
            <a:ext cx="923544" cy="347472"/>
          </a:xfrm>
          <a:prstGeom prst="rect">
            <a:avLst/>
          </a:prstGeom>
          <a:solidFill>
            <a:srgbClr val="EDF2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5221224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C00000"/>
                </a:solidFill>
                <a:latin typeface="Malgun Gothic"/>
              </a:rPr>
              <a:t>정보계RDW
Exadata #2
sbrdcoxtdb02
(19.120.120.113, 1531)
SBRDCOTP2, IMRD_APP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498080" y="2834640"/>
            <a:ext cx="1737360" cy="0"/>
          </a:xfrm>
          <a:prstGeom prst="line">
            <a:avLst/>
          </a:prstGeom>
          <a:ln w="1524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498080" y="4572000"/>
            <a:ext cx="1737360" cy="731520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20040" y="6473952"/>
            <a:ext cx="34747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Malgun Gothic"/>
              </a:rPr>
              <a:t>※ 원본 이미지를 바탕으로 재구성한 편집용 도형 슬라이드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1066</Words>
  <Application>Microsoft Office PowerPoint</Application>
  <PresentationFormat>와이드스크린</PresentationFormat>
  <Paragraphs>542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장우승</dc:creator>
  <cp:keywords/>
  <dc:description>generated using python-pptx</dc:description>
  <cp:lastModifiedBy>장우승</cp:lastModifiedBy>
  <cp:revision>2</cp:revision>
  <dcterms:created xsi:type="dcterms:W3CDTF">2013-01-27T09:14:16Z</dcterms:created>
  <dcterms:modified xsi:type="dcterms:W3CDTF">2026-08-23T10:45:56Z</dcterms:modified>
  <cp:category/>
</cp:coreProperties>
</file>