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NSIGHT 미들웨어 구성도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6464"/>
                </a:solidFill>
                <a:latin typeface="Malgun Gothic"/>
              </a:rPr>
              <a:t>사용자 업로드 이미지를 기반으로 정리한 PowerPoint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73737"/>
                </a:solidFill>
                <a:latin typeface="Malgun Gothic"/>
              </a:rPr>
              <a:t>• 구성: 개발 환경 7장 + 운영 환경 8장</a:t>
            </a:r>
          </a:p>
          <a:p>
            <a:r>
              <a:rPr sz="2000">
                <a:solidFill>
                  <a:srgbClr val="373737"/>
                </a:solidFill>
                <a:latin typeface="Malgun Gothic"/>
              </a:rPr>
              <a:t>• 형식: 각 원본 이미지를 슬라이드별로 배치</a:t>
            </a:r>
          </a:p>
          <a:p>
            <a:r>
              <a:rPr sz="2000">
                <a:solidFill>
                  <a:srgbClr val="373737"/>
                </a:solidFill>
                <a:latin typeface="Malgun Gothic"/>
              </a:rPr>
              <a:t>• 주요 대상: 마케팅플랫폼, BI포탈, 신용실적, OLAP, 단말관리, 단말배포, 보고서디자이너, 미니싱글뷰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Generated from uploaded middleware diagram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97D"/>
                </a:solidFill>
                <a:latin typeface="Malgun Gothic"/>
              </a:rPr>
              <a:t>개발 환경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1. 마케팅플랫폼 개발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2. BI포탈 개발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3. 신용실적 개발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4. OLAP 개발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5. 단말관리 개발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6. 단말배포 개발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7. 보고서디자이너 개발</a:t>
            </a:r>
          </a:p>
          <a:p>
            <a:r>
              <a:rPr sz="2000" b="1">
                <a:solidFill>
                  <a:srgbClr val="1F497D"/>
                </a:solidFill>
                <a:latin typeface="Malgun Gothic"/>
              </a:rPr>
              <a:t>운영 환경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8. 마케팅플랫폼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9. 미니싱글뷰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10. BI포탈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11. 신용실적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12. OLAP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13. 단말관리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14. 단말배포 운영</a:t>
            </a:r>
          </a:p>
          <a:p>
            <a:pPr lvl="1"/>
            <a:r>
              <a:rPr sz="1600">
                <a:solidFill>
                  <a:srgbClr val="464646"/>
                </a:solidFill>
                <a:latin typeface="Malgun Gothic"/>
              </a:rPr>
              <a:t>15. 보고서디자이너 운영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1. WEB/WAS 시스템 구성도(마케팅플랫폼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ee9f344-c70e-5036-9b7a-359ac8d81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cee9f344-c70e-5036-9b7a-359ac8d81032.jpg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2. WEB/WAS 시스템 구성도(BI포탈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828dd3f-081c-56cc-a66c-3385fb37a5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5828dd3f-081c-56cc-a66c-3385fb37a5ad.jpg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3. WEB/WAS 시스템 구성도(신용실적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a966e6-da3b-55ff-ba48-c76c93233a8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27a966e6-da3b-55ff-ba48-c76c93233a8e.jpg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4. WEB/WAS 시스템 구성도(OLAP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0e54b6-67a6-5071-bb1f-b9b872d862c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080e54b6-67a6-5071-bb1f-b9b872d862c6.jpg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5. WEB/WAS 시스템 구성도(단말관리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269c775-726f-55ff-912e-ab57b09cf4f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7269c775-726f-55ff-912e-ab57b09cf4fd.jpg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6. WEB/WAS 시스템 구성도(단말배포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2c03d7-d73e-51a8-8ee4-e5a046c7b66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062c03d7-d73e-51a8-8ee4-e5a046c7b66e.jpg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7. WEB/WAS 시스템 구성도(보고서디자이너 개발)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3bb7a67-ba45-5429-b647-d88e0ebe87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53bb7a67-ba45-5429-b647-d88e0ebe8776.jpg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8. WEB/WAS 시스템 구성도(마케팅플랫폼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50bc608-f806-5646-ad97-3554b4671a9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c50bc608-f806-5646-ad97-3554b4671a9c.jpg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9. WEB/WAS 시스템 구성도(미니싱글뷰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f0f171d-2801-5e43-a216-e7e06e29e8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7f0f171d-2801-5e43-a216-e7e06e29e837.jpg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10. WEB/WAS 시스템 구성도(BI포탈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b986643-3d55-506a-b8c9-1ff2a7ba9f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9b986643-3d55-506a-b8c9-1ff2a7ba9f32.jpg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11. WEB/WAS 시스템 구성도(신용실적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de82b91-ad6a-5726-a87b-ebdc20d3b0a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2de82b91-ad6a-5726-a87b-ebdc20d3b0a8.jpg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12. WEB/WAS 시스템 구성도(OLAP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512bbff-2b00-57f5-9dae-b0c26364ab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6512bbff-2b00-57f5-9dae-b0c26364ab39.jpg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13. WEB/WAS 시스템 구성도(단말관리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38febf-6fc3-59ca-971b-98d86fdcf2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0d38febf-6fc3-59ca-971b-98d86fdcf28c.jpg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14. WEB/WAS 시스템 구성도(단말배포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63a92a-d7d4-5b28-8ef8-9402151be36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aa63a92a-d7d4-5b28-8ef8-9402151be36e.jpg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Malgun Gothic"/>
              </a:rPr>
              <a:t>15. WEB/WAS 시스템 구성도(보고서디자이너 운영)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868680"/>
            <a:ext cx="11704320" cy="5440680"/>
          </a:xfrm>
          <a:prstGeom prst="rect">
            <a:avLst/>
          </a:prstGeom>
          <a:solidFill>
            <a:srgbClr val="FAFA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8e9ce3-35a7-5d49-b5b4-3cd987beb85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4" y="960120"/>
            <a:ext cx="11263571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73952"/>
            <a:ext cx="11247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  <a:latin typeface="Malgun Gothic"/>
              </a:rPr>
              <a:t>ed8e9ce3-35a7-5d49-b5b4-3cd987beb85f.jpg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